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Frank Ruhl Libre"/>
      <p:regular r:id="rId13"/>
      <p:bold r:id="rId14"/>
    </p:embeddedFont>
    <p:embeddedFont>
      <p:font typeface="EB Garamond"/>
      <p:regular r:id="rId15"/>
      <p:bold r:id="rId16"/>
      <p:italic r:id="rId17"/>
      <p:boldItalic r:id="rId18"/>
    </p:embeddedFont>
    <p:embeddedFont>
      <p:font typeface="Marcellus SC"/>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q7HNgeM4ILbQIpMoZxyx5+ZmF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FrankRuhlLibre-regular.fnt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EBGaramond-regular.fntdata"/><Relationship Id="rId14" Type="http://schemas.openxmlformats.org/officeDocument/2006/relationships/font" Target="fonts/FrankRuhlLibre-bold.fntdata"/><Relationship Id="rId17" Type="http://schemas.openxmlformats.org/officeDocument/2006/relationships/font" Target="fonts/EBGaramond-italic.fntdata"/><Relationship Id="rId16" Type="http://schemas.openxmlformats.org/officeDocument/2006/relationships/font" Target="fonts/EBGaramond-bold.fntdata"/><Relationship Id="rId5" Type="http://schemas.openxmlformats.org/officeDocument/2006/relationships/slide" Target="slides/slide1.xml"/><Relationship Id="rId19" Type="http://schemas.openxmlformats.org/officeDocument/2006/relationships/font" Target="fonts/MarcellusSC-regular.fntdata"/><Relationship Id="rId6" Type="http://schemas.openxmlformats.org/officeDocument/2006/relationships/slide" Target="slides/slide2.xml"/><Relationship Id="rId18" Type="http://schemas.openxmlformats.org/officeDocument/2006/relationships/font" Target="fonts/EBGaramond-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2b9fa285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g102b9fa285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a087fb66a9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1a087fb66a9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a087fb66a9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1a087fb66a9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d6c5c081f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1d6c5c081f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a087fb66a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1a087fb66a9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a087fb66a9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1a087fb66a9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d92f8d2e2a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1d92f8d2e2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g19545aa8c6d_0_4"/>
          <p:cNvSpPr txBox="1"/>
          <p:nvPr>
            <p:ph type="ctrTitle"/>
          </p:nvPr>
        </p:nvSpPr>
        <p:spPr>
          <a:xfrm>
            <a:off x="1223300" y="2655767"/>
            <a:ext cx="6798000" cy="1546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1" name="Shape 11"/>
        <p:cNvGrpSpPr/>
        <p:nvPr/>
      </p:nvGrpSpPr>
      <p:grpSpPr>
        <a:xfrm>
          <a:off x="0" y="0"/>
          <a:ext cx="0" cy="0"/>
          <a:chOff x="0" y="0"/>
          <a:chExt cx="0" cy="0"/>
        </a:xfrm>
      </p:grpSpPr>
      <p:sp>
        <p:nvSpPr>
          <p:cNvPr id="12" name="Google Shape;12;g19545aa8c6d_0_13"/>
          <p:cNvSpPr txBox="1"/>
          <p:nvPr>
            <p:ph type="title"/>
          </p:nvPr>
        </p:nvSpPr>
        <p:spPr>
          <a:xfrm>
            <a:off x="730700" y="574700"/>
            <a:ext cx="7347900" cy="103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3" name="Google Shape;13;g19545aa8c6d_0_13"/>
          <p:cNvSpPr txBox="1"/>
          <p:nvPr>
            <p:ph idx="1" type="body"/>
          </p:nvPr>
        </p:nvSpPr>
        <p:spPr>
          <a:xfrm>
            <a:off x="730700" y="1880100"/>
            <a:ext cx="7347900" cy="4281600"/>
          </a:xfrm>
          <a:prstGeom prst="rect">
            <a:avLst/>
          </a:prstGeom>
          <a:noFill/>
          <a:ln>
            <a:noFill/>
          </a:ln>
        </p:spPr>
        <p:txBody>
          <a:bodyPr anchorCtr="0" anchor="t" bIns="0" lIns="0" spcFirstLastPara="1" rIns="0" wrap="square" tIns="0">
            <a:noAutofit/>
          </a:bodyPr>
          <a:lstStyle>
            <a:lvl1pPr indent="-431800" lvl="0" marL="457200" algn="l">
              <a:lnSpc>
                <a:spcPct val="100000"/>
              </a:lnSpc>
              <a:spcBef>
                <a:spcPts val="800"/>
              </a:spcBef>
              <a:spcAft>
                <a:spcPts val="0"/>
              </a:spcAft>
              <a:buSzPts val="3200"/>
              <a:buChar char="⬗"/>
              <a:defRPr/>
            </a:lvl1pPr>
            <a:lvl2pPr indent="-431800" lvl="1" marL="914400" algn="l">
              <a:lnSpc>
                <a:spcPct val="100000"/>
              </a:lnSpc>
              <a:spcBef>
                <a:spcPts val="0"/>
              </a:spcBef>
              <a:spcAft>
                <a:spcPts val="0"/>
              </a:spcAft>
              <a:buSzPts val="3200"/>
              <a:buChar char="⬗"/>
              <a:defRPr/>
            </a:lvl2pPr>
            <a:lvl3pPr indent="-431800" lvl="2" marL="1371600" algn="l">
              <a:lnSpc>
                <a:spcPct val="100000"/>
              </a:lnSpc>
              <a:spcBef>
                <a:spcPts val="0"/>
              </a:spcBef>
              <a:spcAft>
                <a:spcPts val="0"/>
              </a:spcAft>
              <a:buSzPts val="3200"/>
              <a:buChar char="⬗"/>
              <a:defRPr/>
            </a:lvl3pPr>
            <a:lvl4pPr indent="-431800" lvl="3" marL="1828800" algn="l">
              <a:lnSpc>
                <a:spcPct val="100000"/>
              </a:lnSpc>
              <a:spcBef>
                <a:spcPts val="0"/>
              </a:spcBef>
              <a:spcAft>
                <a:spcPts val="0"/>
              </a:spcAft>
              <a:buSzPts val="3200"/>
              <a:buChar char="●"/>
              <a:defRPr/>
            </a:lvl4pPr>
            <a:lvl5pPr indent="-431800" lvl="4" marL="2286000" algn="l">
              <a:lnSpc>
                <a:spcPct val="100000"/>
              </a:lnSpc>
              <a:spcBef>
                <a:spcPts val="0"/>
              </a:spcBef>
              <a:spcAft>
                <a:spcPts val="0"/>
              </a:spcAft>
              <a:buSzPts val="3200"/>
              <a:buChar char="○"/>
              <a:defRPr/>
            </a:lvl5pPr>
            <a:lvl6pPr indent="-431800" lvl="5" marL="2743200" algn="l">
              <a:lnSpc>
                <a:spcPct val="100000"/>
              </a:lnSpc>
              <a:spcBef>
                <a:spcPts val="0"/>
              </a:spcBef>
              <a:spcAft>
                <a:spcPts val="0"/>
              </a:spcAft>
              <a:buSzPts val="3200"/>
              <a:buChar char="■"/>
              <a:defRPr/>
            </a:lvl6pPr>
            <a:lvl7pPr indent="-431800" lvl="6" marL="3200400" algn="l">
              <a:lnSpc>
                <a:spcPct val="100000"/>
              </a:lnSpc>
              <a:spcBef>
                <a:spcPts val="0"/>
              </a:spcBef>
              <a:spcAft>
                <a:spcPts val="0"/>
              </a:spcAft>
              <a:buSzPts val="3200"/>
              <a:buChar char="●"/>
              <a:defRPr/>
            </a:lvl7pPr>
            <a:lvl8pPr indent="-431800" lvl="7" marL="3657600" algn="l">
              <a:lnSpc>
                <a:spcPct val="100000"/>
              </a:lnSpc>
              <a:spcBef>
                <a:spcPts val="0"/>
              </a:spcBef>
              <a:spcAft>
                <a:spcPts val="0"/>
              </a:spcAft>
              <a:buSzPts val="3200"/>
              <a:buChar char="○"/>
              <a:defRPr/>
            </a:lvl8pPr>
            <a:lvl9pPr indent="-431800" lvl="8" marL="4114800" algn="l">
              <a:lnSpc>
                <a:spcPct val="100000"/>
              </a:lnSpc>
              <a:spcBef>
                <a:spcPts val="0"/>
              </a:spcBef>
              <a:spcAft>
                <a:spcPts val="0"/>
              </a:spcAft>
              <a:buSzPts val="3200"/>
              <a:buChar char="■"/>
              <a:defRPr/>
            </a:lvl9pPr>
          </a:lstStyle>
          <a:p/>
        </p:txBody>
      </p:sp>
      <p:sp>
        <p:nvSpPr>
          <p:cNvPr id="14" name="Google Shape;14;g19545aa8c6d_0_13"/>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5" name="Shape 15"/>
        <p:cNvGrpSpPr/>
        <p:nvPr/>
      </p:nvGrpSpPr>
      <p:grpSpPr>
        <a:xfrm>
          <a:off x="0" y="0"/>
          <a:ext cx="0" cy="0"/>
          <a:chOff x="0" y="0"/>
          <a:chExt cx="0" cy="0"/>
        </a:xfrm>
      </p:grpSpPr>
      <p:sp>
        <p:nvSpPr>
          <p:cNvPr id="16" name="Google Shape;16;g19545aa8c6d_0_17"/>
          <p:cNvSpPr txBox="1"/>
          <p:nvPr>
            <p:ph type="title"/>
          </p:nvPr>
        </p:nvSpPr>
        <p:spPr>
          <a:xfrm>
            <a:off x="730700" y="574700"/>
            <a:ext cx="7347900" cy="103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7" name="Google Shape;17;g19545aa8c6d_0_17"/>
          <p:cNvSpPr txBox="1"/>
          <p:nvPr>
            <p:ph idx="1" type="body"/>
          </p:nvPr>
        </p:nvSpPr>
        <p:spPr>
          <a:xfrm>
            <a:off x="730700" y="1880100"/>
            <a:ext cx="3423300" cy="4407900"/>
          </a:xfrm>
          <a:prstGeom prst="rect">
            <a:avLst/>
          </a:prstGeom>
          <a:noFill/>
          <a:ln>
            <a:noFill/>
          </a:ln>
        </p:spPr>
        <p:txBody>
          <a:bodyPr anchorCtr="0" anchor="t" bIns="0" lIns="0" spcFirstLastPara="1" rIns="0" wrap="square" tIns="0">
            <a:noAutofit/>
          </a:bodyPr>
          <a:lstStyle>
            <a:lvl1pPr indent="-400050" lvl="0" marL="457200" algn="l">
              <a:lnSpc>
                <a:spcPct val="100000"/>
              </a:lnSpc>
              <a:spcBef>
                <a:spcPts val="800"/>
              </a:spcBef>
              <a:spcAft>
                <a:spcPts val="0"/>
              </a:spcAft>
              <a:buSzPts val="2700"/>
              <a:buChar char="⬗"/>
              <a:defRPr sz="2700"/>
            </a:lvl1pPr>
            <a:lvl2pPr indent="-400050" lvl="1" marL="914400" algn="l">
              <a:lnSpc>
                <a:spcPct val="100000"/>
              </a:lnSpc>
              <a:spcBef>
                <a:spcPts val="0"/>
              </a:spcBef>
              <a:spcAft>
                <a:spcPts val="0"/>
              </a:spcAft>
              <a:buSzPts val="2700"/>
              <a:buChar char="⬗"/>
              <a:defRPr sz="2700"/>
            </a:lvl2pPr>
            <a:lvl3pPr indent="-400050" lvl="2" marL="1371600" algn="l">
              <a:lnSpc>
                <a:spcPct val="100000"/>
              </a:lnSpc>
              <a:spcBef>
                <a:spcPts val="0"/>
              </a:spcBef>
              <a:spcAft>
                <a:spcPts val="0"/>
              </a:spcAft>
              <a:buSzPts val="2700"/>
              <a:buChar char="⬗"/>
              <a:defRPr sz="2700"/>
            </a:lvl3pPr>
            <a:lvl4pPr indent="-400050" lvl="3" marL="1828800" algn="l">
              <a:lnSpc>
                <a:spcPct val="100000"/>
              </a:lnSpc>
              <a:spcBef>
                <a:spcPts val="0"/>
              </a:spcBef>
              <a:spcAft>
                <a:spcPts val="0"/>
              </a:spcAft>
              <a:buSzPts val="2700"/>
              <a:buChar char="●"/>
              <a:defRPr sz="2700"/>
            </a:lvl4pPr>
            <a:lvl5pPr indent="-400050" lvl="4" marL="2286000" algn="l">
              <a:lnSpc>
                <a:spcPct val="100000"/>
              </a:lnSpc>
              <a:spcBef>
                <a:spcPts val="0"/>
              </a:spcBef>
              <a:spcAft>
                <a:spcPts val="0"/>
              </a:spcAft>
              <a:buSzPts val="2700"/>
              <a:buChar char="○"/>
              <a:defRPr sz="2700"/>
            </a:lvl5pPr>
            <a:lvl6pPr indent="-400050" lvl="5" marL="2743200" algn="l">
              <a:lnSpc>
                <a:spcPct val="100000"/>
              </a:lnSpc>
              <a:spcBef>
                <a:spcPts val="0"/>
              </a:spcBef>
              <a:spcAft>
                <a:spcPts val="0"/>
              </a:spcAft>
              <a:buSzPts val="2700"/>
              <a:buChar char="■"/>
              <a:defRPr sz="2700"/>
            </a:lvl6pPr>
            <a:lvl7pPr indent="-400050" lvl="6" marL="3200400" algn="l">
              <a:lnSpc>
                <a:spcPct val="100000"/>
              </a:lnSpc>
              <a:spcBef>
                <a:spcPts val="0"/>
              </a:spcBef>
              <a:spcAft>
                <a:spcPts val="0"/>
              </a:spcAft>
              <a:buSzPts val="2700"/>
              <a:buChar char="●"/>
              <a:defRPr sz="2700"/>
            </a:lvl7pPr>
            <a:lvl8pPr indent="-400050" lvl="7" marL="3657600" algn="l">
              <a:lnSpc>
                <a:spcPct val="100000"/>
              </a:lnSpc>
              <a:spcBef>
                <a:spcPts val="0"/>
              </a:spcBef>
              <a:spcAft>
                <a:spcPts val="0"/>
              </a:spcAft>
              <a:buSzPts val="2700"/>
              <a:buChar char="○"/>
              <a:defRPr sz="2700"/>
            </a:lvl8pPr>
            <a:lvl9pPr indent="-400050" lvl="8" marL="4114800" algn="l">
              <a:lnSpc>
                <a:spcPct val="100000"/>
              </a:lnSpc>
              <a:spcBef>
                <a:spcPts val="0"/>
              </a:spcBef>
              <a:spcAft>
                <a:spcPts val="0"/>
              </a:spcAft>
              <a:buSzPts val="2700"/>
              <a:buChar char="■"/>
              <a:defRPr sz="2700"/>
            </a:lvl9pPr>
          </a:lstStyle>
          <a:p/>
        </p:txBody>
      </p:sp>
      <p:sp>
        <p:nvSpPr>
          <p:cNvPr id="18" name="Google Shape;18;g19545aa8c6d_0_17"/>
          <p:cNvSpPr txBox="1"/>
          <p:nvPr>
            <p:ph idx="2" type="body"/>
          </p:nvPr>
        </p:nvSpPr>
        <p:spPr>
          <a:xfrm>
            <a:off x="4655515" y="1880100"/>
            <a:ext cx="3423300" cy="4407900"/>
          </a:xfrm>
          <a:prstGeom prst="rect">
            <a:avLst/>
          </a:prstGeom>
          <a:noFill/>
          <a:ln>
            <a:noFill/>
          </a:ln>
        </p:spPr>
        <p:txBody>
          <a:bodyPr anchorCtr="0" anchor="t" bIns="0" lIns="0" spcFirstLastPara="1" rIns="0" wrap="square" tIns="0">
            <a:noAutofit/>
          </a:bodyPr>
          <a:lstStyle>
            <a:lvl1pPr indent="-400050" lvl="0" marL="457200" algn="l">
              <a:lnSpc>
                <a:spcPct val="100000"/>
              </a:lnSpc>
              <a:spcBef>
                <a:spcPts val="800"/>
              </a:spcBef>
              <a:spcAft>
                <a:spcPts val="0"/>
              </a:spcAft>
              <a:buSzPts val="2700"/>
              <a:buChar char="⬗"/>
              <a:defRPr sz="2700"/>
            </a:lvl1pPr>
            <a:lvl2pPr indent="-400050" lvl="1" marL="914400" algn="l">
              <a:lnSpc>
                <a:spcPct val="100000"/>
              </a:lnSpc>
              <a:spcBef>
                <a:spcPts val="0"/>
              </a:spcBef>
              <a:spcAft>
                <a:spcPts val="0"/>
              </a:spcAft>
              <a:buSzPts val="2700"/>
              <a:buChar char="⬗"/>
              <a:defRPr sz="2700"/>
            </a:lvl2pPr>
            <a:lvl3pPr indent="-400050" lvl="2" marL="1371600" algn="l">
              <a:lnSpc>
                <a:spcPct val="100000"/>
              </a:lnSpc>
              <a:spcBef>
                <a:spcPts val="0"/>
              </a:spcBef>
              <a:spcAft>
                <a:spcPts val="0"/>
              </a:spcAft>
              <a:buSzPts val="2700"/>
              <a:buChar char="⬗"/>
              <a:defRPr sz="2700"/>
            </a:lvl3pPr>
            <a:lvl4pPr indent="-400050" lvl="3" marL="1828800" algn="l">
              <a:lnSpc>
                <a:spcPct val="100000"/>
              </a:lnSpc>
              <a:spcBef>
                <a:spcPts val="0"/>
              </a:spcBef>
              <a:spcAft>
                <a:spcPts val="0"/>
              </a:spcAft>
              <a:buSzPts val="2700"/>
              <a:buChar char="●"/>
              <a:defRPr sz="2700"/>
            </a:lvl4pPr>
            <a:lvl5pPr indent="-400050" lvl="4" marL="2286000" algn="l">
              <a:lnSpc>
                <a:spcPct val="100000"/>
              </a:lnSpc>
              <a:spcBef>
                <a:spcPts val="0"/>
              </a:spcBef>
              <a:spcAft>
                <a:spcPts val="0"/>
              </a:spcAft>
              <a:buSzPts val="2700"/>
              <a:buChar char="○"/>
              <a:defRPr sz="2700"/>
            </a:lvl5pPr>
            <a:lvl6pPr indent="-400050" lvl="5" marL="2743200" algn="l">
              <a:lnSpc>
                <a:spcPct val="100000"/>
              </a:lnSpc>
              <a:spcBef>
                <a:spcPts val="0"/>
              </a:spcBef>
              <a:spcAft>
                <a:spcPts val="0"/>
              </a:spcAft>
              <a:buSzPts val="2700"/>
              <a:buChar char="■"/>
              <a:defRPr sz="2700"/>
            </a:lvl6pPr>
            <a:lvl7pPr indent="-400050" lvl="6" marL="3200400" algn="l">
              <a:lnSpc>
                <a:spcPct val="100000"/>
              </a:lnSpc>
              <a:spcBef>
                <a:spcPts val="0"/>
              </a:spcBef>
              <a:spcAft>
                <a:spcPts val="0"/>
              </a:spcAft>
              <a:buSzPts val="2700"/>
              <a:buChar char="●"/>
              <a:defRPr sz="2700"/>
            </a:lvl7pPr>
            <a:lvl8pPr indent="-400050" lvl="7" marL="3657600" algn="l">
              <a:lnSpc>
                <a:spcPct val="100000"/>
              </a:lnSpc>
              <a:spcBef>
                <a:spcPts val="0"/>
              </a:spcBef>
              <a:spcAft>
                <a:spcPts val="0"/>
              </a:spcAft>
              <a:buSzPts val="2700"/>
              <a:buChar char="○"/>
              <a:defRPr sz="2700"/>
            </a:lvl8pPr>
            <a:lvl9pPr indent="-400050" lvl="8" marL="4114800" algn="l">
              <a:lnSpc>
                <a:spcPct val="100000"/>
              </a:lnSpc>
              <a:spcBef>
                <a:spcPts val="0"/>
              </a:spcBef>
              <a:spcAft>
                <a:spcPts val="0"/>
              </a:spcAft>
              <a:buSzPts val="2700"/>
              <a:buChar char="■"/>
              <a:defRPr sz="2700"/>
            </a:lvl9pPr>
          </a:lstStyle>
          <a:p/>
        </p:txBody>
      </p:sp>
      <p:sp>
        <p:nvSpPr>
          <p:cNvPr id="19" name="Google Shape;19;g19545aa8c6d_0_17"/>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19545aa8c6d_0_6"/>
          <p:cNvSpPr txBox="1"/>
          <p:nvPr>
            <p:ph type="ctrTitle"/>
          </p:nvPr>
        </p:nvSpPr>
        <p:spPr>
          <a:xfrm>
            <a:off x="1223300" y="2111133"/>
            <a:ext cx="6798000" cy="1546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5300"/>
              <a:buNone/>
              <a:defRPr sz="5300"/>
            </a:lvl1pPr>
            <a:lvl2pPr lvl="1" algn="l">
              <a:lnSpc>
                <a:spcPct val="100000"/>
              </a:lnSpc>
              <a:spcBef>
                <a:spcPts val="0"/>
              </a:spcBef>
              <a:spcAft>
                <a:spcPts val="0"/>
              </a:spcAft>
              <a:buSzPts val="5300"/>
              <a:buNone/>
              <a:defRPr sz="5300"/>
            </a:lvl2pPr>
            <a:lvl3pPr lvl="2" algn="l">
              <a:lnSpc>
                <a:spcPct val="100000"/>
              </a:lnSpc>
              <a:spcBef>
                <a:spcPts val="0"/>
              </a:spcBef>
              <a:spcAft>
                <a:spcPts val="0"/>
              </a:spcAft>
              <a:buSzPts val="5300"/>
              <a:buNone/>
              <a:defRPr sz="5300"/>
            </a:lvl3pPr>
            <a:lvl4pPr lvl="3" algn="l">
              <a:lnSpc>
                <a:spcPct val="100000"/>
              </a:lnSpc>
              <a:spcBef>
                <a:spcPts val="0"/>
              </a:spcBef>
              <a:spcAft>
                <a:spcPts val="0"/>
              </a:spcAft>
              <a:buSzPts val="5300"/>
              <a:buNone/>
              <a:defRPr sz="5300"/>
            </a:lvl4pPr>
            <a:lvl5pPr lvl="4" algn="l">
              <a:lnSpc>
                <a:spcPct val="100000"/>
              </a:lnSpc>
              <a:spcBef>
                <a:spcPts val="0"/>
              </a:spcBef>
              <a:spcAft>
                <a:spcPts val="0"/>
              </a:spcAft>
              <a:buSzPts val="5300"/>
              <a:buNone/>
              <a:defRPr sz="5300"/>
            </a:lvl5pPr>
            <a:lvl6pPr lvl="5" algn="l">
              <a:lnSpc>
                <a:spcPct val="100000"/>
              </a:lnSpc>
              <a:spcBef>
                <a:spcPts val="0"/>
              </a:spcBef>
              <a:spcAft>
                <a:spcPts val="0"/>
              </a:spcAft>
              <a:buSzPts val="5300"/>
              <a:buNone/>
              <a:defRPr sz="5300"/>
            </a:lvl6pPr>
            <a:lvl7pPr lvl="6" algn="l">
              <a:lnSpc>
                <a:spcPct val="100000"/>
              </a:lnSpc>
              <a:spcBef>
                <a:spcPts val="0"/>
              </a:spcBef>
              <a:spcAft>
                <a:spcPts val="0"/>
              </a:spcAft>
              <a:buSzPts val="5300"/>
              <a:buNone/>
              <a:defRPr sz="5300"/>
            </a:lvl7pPr>
            <a:lvl8pPr lvl="7" algn="l">
              <a:lnSpc>
                <a:spcPct val="100000"/>
              </a:lnSpc>
              <a:spcBef>
                <a:spcPts val="0"/>
              </a:spcBef>
              <a:spcAft>
                <a:spcPts val="0"/>
              </a:spcAft>
              <a:buSzPts val="5300"/>
              <a:buNone/>
              <a:defRPr sz="5300"/>
            </a:lvl8pPr>
            <a:lvl9pPr lvl="8" algn="l">
              <a:lnSpc>
                <a:spcPct val="100000"/>
              </a:lnSpc>
              <a:spcBef>
                <a:spcPts val="0"/>
              </a:spcBef>
              <a:spcAft>
                <a:spcPts val="0"/>
              </a:spcAft>
              <a:buSzPts val="5300"/>
              <a:buNone/>
              <a:defRPr sz="5300"/>
            </a:lvl9pPr>
          </a:lstStyle>
          <a:p/>
        </p:txBody>
      </p:sp>
      <p:sp>
        <p:nvSpPr>
          <p:cNvPr id="22" name="Google Shape;22;g19545aa8c6d_0_6"/>
          <p:cNvSpPr txBox="1"/>
          <p:nvPr>
            <p:ph idx="1" type="subTitle"/>
          </p:nvPr>
        </p:nvSpPr>
        <p:spPr>
          <a:xfrm>
            <a:off x="1223300" y="3786736"/>
            <a:ext cx="6798000" cy="104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3200"/>
              <a:buNone/>
              <a:defRPr>
                <a:solidFill>
                  <a:schemeClr val="accent3"/>
                </a:solidFill>
              </a:defRPr>
            </a:lvl1pPr>
            <a:lvl2pPr lvl="1" algn="l">
              <a:lnSpc>
                <a:spcPct val="100000"/>
              </a:lnSpc>
              <a:spcBef>
                <a:spcPts val="0"/>
              </a:spcBef>
              <a:spcAft>
                <a:spcPts val="0"/>
              </a:spcAft>
              <a:buClr>
                <a:schemeClr val="accent3"/>
              </a:buClr>
              <a:buSzPts val="4000"/>
              <a:buNone/>
              <a:defRPr sz="4000">
                <a:solidFill>
                  <a:schemeClr val="accent3"/>
                </a:solidFill>
              </a:defRPr>
            </a:lvl2pPr>
            <a:lvl3pPr lvl="2" algn="l">
              <a:lnSpc>
                <a:spcPct val="100000"/>
              </a:lnSpc>
              <a:spcBef>
                <a:spcPts val="0"/>
              </a:spcBef>
              <a:spcAft>
                <a:spcPts val="0"/>
              </a:spcAft>
              <a:buClr>
                <a:schemeClr val="accent3"/>
              </a:buClr>
              <a:buSzPts val="4000"/>
              <a:buNone/>
              <a:defRPr sz="4000">
                <a:solidFill>
                  <a:schemeClr val="accent3"/>
                </a:solidFill>
              </a:defRPr>
            </a:lvl3pPr>
            <a:lvl4pPr lvl="3" algn="l">
              <a:lnSpc>
                <a:spcPct val="100000"/>
              </a:lnSpc>
              <a:spcBef>
                <a:spcPts val="0"/>
              </a:spcBef>
              <a:spcAft>
                <a:spcPts val="0"/>
              </a:spcAft>
              <a:buClr>
                <a:schemeClr val="accent3"/>
              </a:buClr>
              <a:buSzPts val="4000"/>
              <a:buNone/>
              <a:defRPr sz="4000">
                <a:solidFill>
                  <a:schemeClr val="accent3"/>
                </a:solidFill>
              </a:defRPr>
            </a:lvl4pPr>
            <a:lvl5pPr lvl="4" algn="l">
              <a:lnSpc>
                <a:spcPct val="100000"/>
              </a:lnSpc>
              <a:spcBef>
                <a:spcPts val="0"/>
              </a:spcBef>
              <a:spcAft>
                <a:spcPts val="0"/>
              </a:spcAft>
              <a:buClr>
                <a:schemeClr val="accent3"/>
              </a:buClr>
              <a:buSzPts val="4000"/>
              <a:buNone/>
              <a:defRPr sz="4000">
                <a:solidFill>
                  <a:schemeClr val="accent3"/>
                </a:solidFill>
              </a:defRPr>
            </a:lvl5pPr>
            <a:lvl6pPr lvl="5" algn="l">
              <a:lnSpc>
                <a:spcPct val="100000"/>
              </a:lnSpc>
              <a:spcBef>
                <a:spcPts val="0"/>
              </a:spcBef>
              <a:spcAft>
                <a:spcPts val="0"/>
              </a:spcAft>
              <a:buClr>
                <a:schemeClr val="accent3"/>
              </a:buClr>
              <a:buSzPts val="4000"/>
              <a:buNone/>
              <a:defRPr sz="4000">
                <a:solidFill>
                  <a:schemeClr val="accent3"/>
                </a:solidFill>
              </a:defRPr>
            </a:lvl6pPr>
            <a:lvl7pPr lvl="6" algn="l">
              <a:lnSpc>
                <a:spcPct val="100000"/>
              </a:lnSpc>
              <a:spcBef>
                <a:spcPts val="0"/>
              </a:spcBef>
              <a:spcAft>
                <a:spcPts val="0"/>
              </a:spcAft>
              <a:buClr>
                <a:schemeClr val="accent3"/>
              </a:buClr>
              <a:buSzPts val="4000"/>
              <a:buNone/>
              <a:defRPr sz="4000">
                <a:solidFill>
                  <a:schemeClr val="accent3"/>
                </a:solidFill>
              </a:defRPr>
            </a:lvl7pPr>
            <a:lvl8pPr lvl="7" algn="l">
              <a:lnSpc>
                <a:spcPct val="100000"/>
              </a:lnSpc>
              <a:spcBef>
                <a:spcPts val="0"/>
              </a:spcBef>
              <a:spcAft>
                <a:spcPts val="0"/>
              </a:spcAft>
              <a:buClr>
                <a:schemeClr val="accent3"/>
              </a:buClr>
              <a:buSzPts val="4000"/>
              <a:buNone/>
              <a:defRPr sz="4000">
                <a:solidFill>
                  <a:schemeClr val="accent3"/>
                </a:solidFill>
              </a:defRPr>
            </a:lvl8pPr>
            <a:lvl9pPr lvl="8" algn="l">
              <a:lnSpc>
                <a:spcPct val="100000"/>
              </a:lnSpc>
              <a:spcBef>
                <a:spcPts val="0"/>
              </a:spcBef>
              <a:spcAft>
                <a:spcPts val="0"/>
              </a:spcAft>
              <a:buClr>
                <a:schemeClr val="accent3"/>
              </a:buClr>
              <a:buSzPts val="4000"/>
              <a:buNone/>
              <a:defRPr sz="4000">
                <a:solidFill>
                  <a:schemeClr val="accent3"/>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23" name="Shape 23"/>
        <p:cNvGrpSpPr/>
        <p:nvPr/>
      </p:nvGrpSpPr>
      <p:grpSpPr>
        <a:xfrm>
          <a:off x="0" y="0"/>
          <a:ext cx="0" cy="0"/>
          <a:chOff x="0" y="0"/>
          <a:chExt cx="0" cy="0"/>
        </a:xfrm>
      </p:grpSpPr>
      <p:sp>
        <p:nvSpPr>
          <p:cNvPr id="24" name="Google Shape;24;g19545aa8c6d_0_9"/>
          <p:cNvSpPr txBox="1"/>
          <p:nvPr>
            <p:ph idx="1" type="body"/>
          </p:nvPr>
        </p:nvSpPr>
        <p:spPr>
          <a:xfrm>
            <a:off x="1753867" y="1307067"/>
            <a:ext cx="5676300" cy="4295700"/>
          </a:xfrm>
          <a:prstGeom prst="rect">
            <a:avLst/>
          </a:prstGeom>
          <a:noFill/>
          <a:ln>
            <a:noFill/>
          </a:ln>
        </p:spPr>
        <p:txBody>
          <a:bodyPr anchorCtr="0" anchor="t" bIns="0" lIns="0" spcFirstLastPara="1" rIns="0" wrap="square" tIns="0">
            <a:noAutofit/>
          </a:bodyPr>
          <a:lstStyle>
            <a:lvl1pPr indent="-501650" lvl="0" marL="457200" algn="l">
              <a:lnSpc>
                <a:spcPct val="100000"/>
              </a:lnSpc>
              <a:spcBef>
                <a:spcPts val="800"/>
              </a:spcBef>
              <a:spcAft>
                <a:spcPts val="0"/>
              </a:spcAft>
              <a:buSzPts val="4300"/>
              <a:buChar char="⬗"/>
              <a:defRPr i="1" sz="4300"/>
            </a:lvl1pPr>
            <a:lvl2pPr indent="-501650" lvl="1" marL="914400" algn="l">
              <a:lnSpc>
                <a:spcPct val="100000"/>
              </a:lnSpc>
              <a:spcBef>
                <a:spcPts val="0"/>
              </a:spcBef>
              <a:spcAft>
                <a:spcPts val="0"/>
              </a:spcAft>
              <a:buSzPts val="4300"/>
              <a:buChar char="⬗"/>
              <a:defRPr i="1" sz="4300"/>
            </a:lvl2pPr>
            <a:lvl3pPr indent="-501650" lvl="2" marL="1371600" algn="l">
              <a:lnSpc>
                <a:spcPct val="100000"/>
              </a:lnSpc>
              <a:spcBef>
                <a:spcPts val="0"/>
              </a:spcBef>
              <a:spcAft>
                <a:spcPts val="0"/>
              </a:spcAft>
              <a:buSzPts val="4300"/>
              <a:buChar char="⬗"/>
              <a:defRPr i="1" sz="4300"/>
            </a:lvl3pPr>
            <a:lvl4pPr indent="-501650" lvl="3" marL="1828800" algn="l">
              <a:lnSpc>
                <a:spcPct val="100000"/>
              </a:lnSpc>
              <a:spcBef>
                <a:spcPts val="0"/>
              </a:spcBef>
              <a:spcAft>
                <a:spcPts val="0"/>
              </a:spcAft>
              <a:buSzPts val="4300"/>
              <a:buChar char="●"/>
              <a:defRPr i="1" sz="4300"/>
            </a:lvl4pPr>
            <a:lvl5pPr indent="-501650" lvl="4" marL="2286000" algn="l">
              <a:lnSpc>
                <a:spcPct val="100000"/>
              </a:lnSpc>
              <a:spcBef>
                <a:spcPts val="0"/>
              </a:spcBef>
              <a:spcAft>
                <a:spcPts val="0"/>
              </a:spcAft>
              <a:buSzPts val="4300"/>
              <a:buChar char="○"/>
              <a:defRPr i="1" sz="4300"/>
            </a:lvl5pPr>
            <a:lvl6pPr indent="-501650" lvl="5" marL="2743200" algn="l">
              <a:lnSpc>
                <a:spcPct val="100000"/>
              </a:lnSpc>
              <a:spcBef>
                <a:spcPts val="0"/>
              </a:spcBef>
              <a:spcAft>
                <a:spcPts val="0"/>
              </a:spcAft>
              <a:buSzPts val="4300"/>
              <a:buChar char="■"/>
              <a:defRPr i="1" sz="4300"/>
            </a:lvl6pPr>
            <a:lvl7pPr indent="-501650" lvl="6" marL="3200400" algn="l">
              <a:lnSpc>
                <a:spcPct val="100000"/>
              </a:lnSpc>
              <a:spcBef>
                <a:spcPts val="0"/>
              </a:spcBef>
              <a:spcAft>
                <a:spcPts val="0"/>
              </a:spcAft>
              <a:buSzPts val="4300"/>
              <a:buChar char="●"/>
              <a:defRPr i="1" sz="4300"/>
            </a:lvl7pPr>
            <a:lvl8pPr indent="-501650" lvl="7" marL="3657600" algn="l">
              <a:lnSpc>
                <a:spcPct val="100000"/>
              </a:lnSpc>
              <a:spcBef>
                <a:spcPts val="0"/>
              </a:spcBef>
              <a:spcAft>
                <a:spcPts val="0"/>
              </a:spcAft>
              <a:buSzPts val="4300"/>
              <a:buChar char="○"/>
              <a:defRPr i="1" sz="4300"/>
            </a:lvl8pPr>
            <a:lvl9pPr indent="-501650" lvl="8" marL="4114800" algn="l">
              <a:lnSpc>
                <a:spcPct val="100000"/>
              </a:lnSpc>
              <a:spcBef>
                <a:spcPts val="0"/>
              </a:spcBef>
              <a:spcAft>
                <a:spcPts val="0"/>
              </a:spcAft>
              <a:buSzPts val="4300"/>
              <a:buChar char="■"/>
              <a:defRPr i="1" sz="4300"/>
            </a:lvl9pPr>
          </a:lstStyle>
          <a:p/>
        </p:txBody>
      </p:sp>
      <p:sp>
        <p:nvSpPr>
          <p:cNvPr id="25" name="Google Shape;25;g19545aa8c6d_0_9"/>
          <p:cNvSpPr txBox="1"/>
          <p:nvPr/>
        </p:nvSpPr>
        <p:spPr>
          <a:xfrm>
            <a:off x="1089867" y="940225"/>
            <a:ext cx="2609700" cy="87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800"/>
              <a:buFont typeface="Arial"/>
              <a:buNone/>
            </a:pPr>
            <a:r>
              <a:rPr b="0" i="0" lang="en-AU" sz="12800" u="none" cap="none" strike="noStrike">
                <a:solidFill>
                  <a:schemeClr val="lt2"/>
                </a:solidFill>
                <a:latin typeface="Marcellus SC"/>
                <a:ea typeface="Marcellus SC"/>
                <a:cs typeface="Marcellus SC"/>
                <a:sym typeface="Marcellus SC"/>
              </a:rPr>
              <a:t>“</a:t>
            </a:r>
            <a:endParaRPr b="0" i="0" sz="12800" u="none" cap="none" strike="noStrike">
              <a:solidFill>
                <a:schemeClr val="lt2"/>
              </a:solidFill>
              <a:latin typeface="Marcellus SC"/>
              <a:ea typeface="Marcellus SC"/>
              <a:cs typeface="Marcellus SC"/>
              <a:sym typeface="Marcellus SC"/>
            </a:endParaRPr>
          </a:p>
        </p:txBody>
      </p:sp>
      <p:sp>
        <p:nvSpPr>
          <p:cNvPr id="26" name="Google Shape;26;g19545aa8c6d_0_9"/>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7" name="Shape 27"/>
        <p:cNvGrpSpPr/>
        <p:nvPr/>
      </p:nvGrpSpPr>
      <p:grpSpPr>
        <a:xfrm>
          <a:off x="0" y="0"/>
          <a:ext cx="0" cy="0"/>
          <a:chOff x="0" y="0"/>
          <a:chExt cx="0" cy="0"/>
        </a:xfrm>
      </p:grpSpPr>
      <p:sp>
        <p:nvSpPr>
          <p:cNvPr id="28" name="Google Shape;28;g19545aa8c6d_0_22"/>
          <p:cNvSpPr txBox="1"/>
          <p:nvPr>
            <p:ph type="title"/>
          </p:nvPr>
        </p:nvSpPr>
        <p:spPr>
          <a:xfrm>
            <a:off x="730700" y="574700"/>
            <a:ext cx="7347900" cy="103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9" name="Google Shape;29;g19545aa8c6d_0_22"/>
          <p:cNvSpPr txBox="1"/>
          <p:nvPr>
            <p:ph idx="1" type="body"/>
          </p:nvPr>
        </p:nvSpPr>
        <p:spPr>
          <a:xfrm>
            <a:off x="730700" y="1880100"/>
            <a:ext cx="2450400" cy="4407600"/>
          </a:xfrm>
          <a:prstGeom prst="rect">
            <a:avLst/>
          </a:prstGeom>
          <a:noFill/>
          <a:ln>
            <a:noFill/>
          </a:ln>
        </p:spPr>
        <p:txBody>
          <a:bodyPr anchorCtr="0" anchor="t" bIns="0" lIns="0" spcFirstLastPara="1" rIns="0" wrap="square" tIns="0">
            <a:noAutofit/>
          </a:bodyPr>
          <a:lstStyle>
            <a:lvl1pPr indent="-361950" lvl="0" marL="457200" algn="l">
              <a:lnSpc>
                <a:spcPct val="100000"/>
              </a:lnSpc>
              <a:spcBef>
                <a:spcPts val="800"/>
              </a:spcBef>
              <a:spcAft>
                <a:spcPts val="0"/>
              </a:spcAft>
              <a:buSzPts val="2100"/>
              <a:buChar char="⬗"/>
              <a:defRPr sz="2100"/>
            </a:lvl1pPr>
            <a:lvl2pPr indent="-361950" lvl="1" marL="914400" algn="l">
              <a:lnSpc>
                <a:spcPct val="100000"/>
              </a:lnSpc>
              <a:spcBef>
                <a:spcPts val="0"/>
              </a:spcBef>
              <a:spcAft>
                <a:spcPts val="0"/>
              </a:spcAft>
              <a:buSzPts val="2100"/>
              <a:buChar char="⬗"/>
              <a:defRPr sz="2100"/>
            </a:lvl2pPr>
            <a:lvl3pPr indent="-361950" lvl="2" marL="1371600" algn="l">
              <a:lnSpc>
                <a:spcPct val="100000"/>
              </a:lnSpc>
              <a:spcBef>
                <a:spcPts val="0"/>
              </a:spcBef>
              <a:spcAft>
                <a:spcPts val="0"/>
              </a:spcAft>
              <a:buSzPts val="2100"/>
              <a:buChar char="⬗"/>
              <a:defRPr sz="2100"/>
            </a:lvl3pPr>
            <a:lvl4pPr indent="-361950" lvl="3" marL="1828800" algn="l">
              <a:lnSpc>
                <a:spcPct val="100000"/>
              </a:lnSpc>
              <a:spcBef>
                <a:spcPts val="0"/>
              </a:spcBef>
              <a:spcAft>
                <a:spcPts val="0"/>
              </a:spcAft>
              <a:buSzPts val="2100"/>
              <a:buChar char="●"/>
              <a:defRPr sz="2100"/>
            </a:lvl4pPr>
            <a:lvl5pPr indent="-361950" lvl="4" marL="2286000" algn="l">
              <a:lnSpc>
                <a:spcPct val="100000"/>
              </a:lnSpc>
              <a:spcBef>
                <a:spcPts val="0"/>
              </a:spcBef>
              <a:spcAft>
                <a:spcPts val="0"/>
              </a:spcAft>
              <a:buSzPts val="2100"/>
              <a:buChar char="○"/>
              <a:defRPr sz="2100"/>
            </a:lvl5pPr>
            <a:lvl6pPr indent="-361950" lvl="5" marL="2743200" algn="l">
              <a:lnSpc>
                <a:spcPct val="100000"/>
              </a:lnSpc>
              <a:spcBef>
                <a:spcPts val="0"/>
              </a:spcBef>
              <a:spcAft>
                <a:spcPts val="0"/>
              </a:spcAft>
              <a:buSzPts val="2100"/>
              <a:buChar char="■"/>
              <a:defRPr sz="2100"/>
            </a:lvl6pPr>
            <a:lvl7pPr indent="-361950" lvl="6" marL="3200400" algn="l">
              <a:lnSpc>
                <a:spcPct val="100000"/>
              </a:lnSpc>
              <a:spcBef>
                <a:spcPts val="0"/>
              </a:spcBef>
              <a:spcAft>
                <a:spcPts val="0"/>
              </a:spcAft>
              <a:buSzPts val="2100"/>
              <a:buChar char="●"/>
              <a:defRPr sz="2100"/>
            </a:lvl7pPr>
            <a:lvl8pPr indent="-361950" lvl="7" marL="3657600" algn="l">
              <a:lnSpc>
                <a:spcPct val="100000"/>
              </a:lnSpc>
              <a:spcBef>
                <a:spcPts val="0"/>
              </a:spcBef>
              <a:spcAft>
                <a:spcPts val="0"/>
              </a:spcAft>
              <a:buSzPts val="2100"/>
              <a:buChar char="○"/>
              <a:defRPr sz="2100"/>
            </a:lvl8pPr>
            <a:lvl9pPr indent="-361950" lvl="8" marL="4114800" algn="l">
              <a:lnSpc>
                <a:spcPct val="100000"/>
              </a:lnSpc>
              <a:spcBef>
                <a:spcPts val="0"/>
              </a:spcBef>
              <a:spcAft>
                <a:spcPts val="0"/>
              </a:spcAft>
              <a:buSzPts val="2100"/>
              <a:buChar char="■"/>
              <a:defRPr sz="2100"/>
            </a:lvl9pPr>
          </a:lstStyle>
          <a:p/>
        </p:txBody>
      </p:sp>
      <p:sp>
        <p:nvSpPr>
          <p:cNvPr id="30" name="Google Shape;30;g19545aa8c6d_0_22"/>
          <p:cNvSpPr txBox="1"/>
          <p:nvPr>
            <p:ph idx="2" type="body"/>
          </p:nvPr>
        </p:nvSpPr>
        <p:spPr>
          <a:xfrm>
            <a:off x="3459153" y="1880100"/>
            <a:ext cx="2450400" cy="4407600"/>
          </a:xfrm>
          <a:prstGeom prst="rect">
            <a:avLst/>
          </a:prstGeom>
          <a:noFill/>
          <a:ln>
            <a:noFill/>
          </a:ln>
        </p:spPr>
        <p:txBody>
          <a:bodyPr anchorCtr="0" anchor="t" bIns="0" lIns="0" spcFirstLastPara="1" rIns="0" wrap="square" tIns="0">
            <a:noAutofit/>
          </a:bodyPr>
          <a:lstStyle>
            <a:lvl1pPr indent="-361950" lvl="0" marL="457200" algn="l">
              <a:lnSpc>
                <a:spcPct val="100000"/>
              </a:lnSpc>
              <a:spcBef>
                <a:spcPts val="800"/>
              </a:spcBef>
              <a:spcAft>
                <a:spcPts val="0"/>
              </a:spcAft>
              <a:buSzPts val="2100"/>
              <a:buChar char="⬗"/>
              <a:defRPr sz="2100"/>
            </a:lvl1pPr>
            <a:lvl2pPr indent="-361950" lvl="1" marL="914400" algn="l">
              <a:lnSpc>
                <a:spcPct val="100000"/>
              </a:lnSpc>
              <a:spcBef>
                <a:spcPts val="0"/>
              </a:spcBef>
              <a:spcAft>
                <a:spcPts val="0"/>
              </a:spcAft>
              <a:buSzPts val="2100"/>
              <a:buChar char="⬗"/>
              <a:defRPr sz="2100"/>
            </a:lvl2pPr>
            <a:lvl3pPr indent="-361950" lvl="2" marL="1371600" algn="l">
              <a:lnSpc>
                <a:spcPct val="100000"/>
              </a:lnSpc>
              <a:spcBef>
                <a:spcPts val="0"/>
              </a:spcBef>
              <a:spcAft>
                <a:spcPts val="0"/>
              </a:spcAft>
              <a:buSzPts val="2100"/>
              <a:buChar char="⬗"/>
              <a:defRPr sz="2100"/>
            </a:lvl3pPr>
            <a:lvl4pPr indent="-361950" lvl="3" marL="1828800" algn="l">
              <a:lnSpc>
                <a:spcPct val="100000"/>
              </a:lnSpc>
              <a:spcBef>
                <a:spcPts val="0"/>
              </a:spcBef>
              <a:spcAft>
                <a:spcPts val="0"/>
              </a:spcAft>
              <a:buSzPts val="2100"/>
              <a:buChar char="●"/>
              <a:defRPr sz="2100"/>
            </a:lvl4pPr>
            <a:lvl5pPr indent="-361950" lvl="4" marL="2286000" algn="l">
              <a:lnSpc>
                <a:spcPct val="100000"/>
              </a:lnSpc>
              <a:spcBef>
                <a:spcPts val="0"/>
              </a:spcBef>
              <a:spcAft>
                <a:spcPts val="0"/>
              </a:spcAft>
              <a:buSzPts val="2100"/>
              <a:buChar char="○"/>
              <a:defRPr sz="2100"/>
            </a:lvl5pPr>
            <a:lvl6pPr indent="-361950" lvl="5" marL="2743200" algn="l">
              <a:lnSpc>
                <a:spcPct val="100000"/>
              </a:lnSpc>
              <a:spcBef>
                <a:spcPts val="0"/>
              </a:spcBef>
              <a:spcAft>
                <a:spcPts val="0"/>
              </a:spcAft>
              <a:buSzPts val="2100"/>
              <a:buChar char="■"/>
              <a:defRPr sz="2100"/>
            </a:lvl6pPr>
            <a:lvl7pPr indent="-361950" lvl="6" marL="3200400" algn="l">
              <a:lnSpc>
                <a:spcPct val="100000"/>
              </a:lnSpc>
              <a:spcBef>
                <a:spcPts val="0"/>
              </a:spcBef>
              <a:spcAft>
                <a:spcPts val="0"/>
              </a:spcAft>
              <a:buSzPts val="2100"/>
              <a:buChar char="●"/>
              <a:defRPr sz="2100"/>
            </a:lvl7pPr>
            <a:lvl8pPr indent="-361950" lvl="7" marL="3657600" algn="l">
              <a:lnSpc>
                <a:spcPct val="100000"/>
              </a:lnSpc>
              <a:spcBef>
                <a:spcPts val="0"/>
              </a:spcBef>
              <a:spcAft>
                <a:spcPts val="0"/>
              </a:spcAft>
              <a:buSzPts val="2100"/>
              <a:buChar char="○"/>
              <a:defRPr sz="2100"/>
            </a:lvl8pPr>
            <a:lvl9pPr indent="-361950" lvl="8" marL="4114800" algn="l">
              <a:lnSpc>
                <a:spcPct val="100000"/>
              </a:lnSpc>
              <a:spcBef>
                <a:spcPts val="0"/>
              </a:spcBef>
              <a:spcAft>
                <a:spcPts val="0"/>
              </a:spcAft>
              <a:buSzPts val="2100"/>
              <a:buChar char="■"/>
              <a:defRPr sz="2100"/>
            </a:lvl9pPr>
          </a:lstStyle>
          <a:p/>
        </p:txBody>
      </p:sp>
      <p:sp>
        <p:nvSpPr>
          <p:cNvPr id="31" name="Google Shape;31;g19545aa8c6d_0_22"/>
          <p:cNvSpPr txBox="1"/>
          <p:nvPr>
            <p:ph idx="3" type="body"/>
          </p:nvPr>
        </p:nvSpPr>
        <p:spPr>
          <a:xfrm>
            <a:off x="6187605" y="1880100"/>
            <a:ext cx="2450400" cy="4407600"/>
          </a:xfrm>
          <a:prstGeom prst="rect">
            <a:avLst/>
          </a:prstGeom>
          <a:noFill/>
          <a:ln>
            <a:noFill/>
          </a:ln>
        </p:spPr>
        <p:txBody>
          <a:bodyPr anchorCtr="0" anchor="t" bIns="0" lIns="0" spcFirstLastPara="1" rIns="0" wrap="square" tIns="0">
            <a:noAutofit/>
          </a:bodyPr>
          <a:lstStyle>
            <a:lvl1pPr indent="-361950" lvl="0" marL="457200" algn="l">
              <a:lnSpc>
                <a:spcPct val="100000"/>
              </a:lnSpc>
              <a:spcBef>
                <a:spcPts val="800"/>
              </a:spcBef>
              <a:spcAft>
                <a:spcPts val="0"/>
              </a:spcAft>
              <a:buSzPts val="2100"/>
              <a:buChar char="⬗"/>
              <a:defRPr sz="2100"/>
            </a:lvl1pPr>
            <a:lvl2pPr indent="-361950" lvl="1" marL="914400" algn="l">
              <a:lnSpc>
                <a:spcPct val="100000"/>
              </a:lnSpc>
              <a:spcBef>
                <a:spcPts val="0"/>
              </a:spcBef>
              <a:spcAft>
                <a:spcPts val="0"/>
              </a:spcAft>
              <a:buSzPts val="2100"/>
              <a:buChar char="⬗"/>
              <a:defRPr sz="2100"/>
            </a:lvl2pPr>
            <a:lvl3pPr indent="-361950" lvl="2" marL="1371600" algn="l">
              <a:lnSpc>
                <a:spcPct val="100000"/>
              </a:lnSpc>
              <a:spcBef>
                <a:spcPts val="0"/>
              </a:spcBef>
              <a:spcAft>
                <a:spcPts val="0"/>
              </a:spcAft>
              <a:buSzPts val="2100"/>
              <a:buChar char="⬗"/>
              <a:defRPr sz="2100"/>
            </a:lvl3pPr>
            <a:lvl4pPr indent="-361950" lvl="3" marL="1828800" algn="l">
              <a:lnSpc>
                <a:spcPct val="100000"/>
              </a:lnSpc>
              <a:spcBef>
                <a:spcPts val="0"/>
              </a:spcBef>
              <a:spcAft>
                <a:spcPts val="0"/>
              </a:spcAft>
              <a:buSzPts val="2100"/>
              <a:buChar char="●"/>
              <a:defRPr sz="2100"/>
            </a:lvl4pPr>
            <a:lvl5pPr indent="-361950" lvl="4" marL="2286000" algn="l">
              <a:lnSpc>
                <a:spcPct val="100000"/>
              </a:lnSpc>
              <a:spcBef>
                <a:spcPts val="0"/>
              </a:spcBef>
              <a:spcAft>
                <a:spcPts val="0"/>
              </a:spcAft>
              <a:buSzPts val="2100"/>
              <a:buChar char="○"/>
              <a:defRPr sz="2100"/>
            </a:lvl5pPr>
            <a:lvl6pPr indent="-361950" lvl="5" marL="2743200" algn="l">
              <a:lnSpc>
                <a:spcPct val="100000"/>
              </a:lnSpc>
              <a:spcBef>
                <a:spcPts val="0"/>
              </a:spcBef>
              <a:spcAft>
                <a:spcPts val="0"/>
              </a:spcAft>
              <a:buSzPts val="2100"/>
              <a:buChar char="■"/>
              <a:defRPr sz="2100"/>
            </a:lvl6pPr>
            <a:lvl7pPr indent="-361950" lvl="6" marL="3200400" algn="l">
              <a:lnSpc>
                <a:spcPct val="100000"/>
              </a:lnSpc>
              <a:spcBef>
                <a:spcPts val="0"/>
              </a:spcBef>
              <a:spcAft>
                <a:spcPts val="0"/>
              </a:spcAft>
              <a:buSzPts val="2100"/>
              <a:buChar char="●"/>
              <a:defRPr sz="2100"/>
            </a:lvl7pPr>
            <a:lvl8pPr indent="-361950" lvl="7" marL="3657600" algn="l">
              <a:lnSpc>
                <a:spcPct val="100000"/>
              </a:lnSpc>
              <a:spcBef>
                <a:spcPts val="0"/>
              </a:spcBef>
              <a:spcAft>
                <a:spcPts val="0"/>
              </a:spcAft>
              <a:buSzPts val="2100"/>
              <a:buChar char="○"/>
              <a:defRPr sz="2100"/>
            </a:lvl8pPr>
            <a:lvl9pPr indent="-361950" lvl="8" marL="4114800" algn="l">
              <a:lnSpc>
                <a:spcPct val="100000"/>
              </a:lnSpc>
              <a:spcBef>
                <a:spcPts val="0"/>
              </a:spcBef>
              <a:spcAft>
                <a:spcPts val="0"/>
              </a:spcAft>
              <a:buSzPts val="2100"/>
              <a:buChar char="■"/>
              <a:defRPr sz="2100"/>
            </a:lvl9pPr>
          </a:lstStyle>
          <a:p/>
        </p:txBody>
      </p:sp>
      <p:sp>
        <p:nvSpPr>
          <p:cNvPr id="32" name="Google Shape;32;g19545aa8c6d_0_22"/>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g19545aa8c6d_0_28"/>
          <p:cNvSpPr txBox="1"/>
          <p:nvPr>
            <p:ph type="title"/>
          </p:nvPr>
        </p:nvSpPr>
        <p:spPr>
          <a:xfrm>
            <a:off x="730700" y="574700"/>
            <a:ext cx="7347900" cy="103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5" name="Google Shape;35;g19545aa8c6d_0_28"/>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g19545aa8c6d_0_31"/>
          <p:cNvSpPr txBox="1"/>
          <p:nvPr>
            <p:ph idx="1" type="body"/>
          </p:nvPr>
        </p:nvSpPr>
        <p:spPr>
          <a:xfrm>
            <a:off x="730700" y="5773467"/>
            <a:ext cx="7347900" cy="69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SzPts val="2400"/>
              <a:buNone/>
              <a:defRPr sz="2400"/>
            </a:lvl1pPr>
          </a:lstStyle>
          <a:p/>
        </p:txBody>
      </p:sp>
      <p:sp>
        <p:nvSpPr>
          <p:cNvPr id="38" name="Google Shape;38;g19545aa8c6d_0_31"/>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g19545aa8c6d_0_34"/>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
    <p:bg>
      <p:bgPr>
        <a:solidFill>
          <a:schemeClr val="dk2"/>
        </a:solidFill>
      </p:bgPr>
    </p:bg>
    <p:spTree>
      <p:nvGrpSpPr>
        <p:cNvPr id="41" name="Shape 41"/>
        <p:cNvGrpSpPr/>
        <p:nvPr/>
      </p:nvGrpSpPr>
      <p:grpSpPr>
        <a:xfrm>
          <a:off x="0" y="0"/>
          <a:ext cx="0" cy="0"/>
          <a:chOff x="0" y="0"/>
          <a:chExt cx="0" cy="0"/>
        </a:xfrm>
      </p:grpSpPr>
      <p:pic>
        <p:nvPicPr>
          <p:cNvPr id="42" name="Google Shape;42;g19545aa8c6d_0_36"/>
          <p:cNvPicPr preferRelativeResize="0"/>
          <p:nvPr/>
        </p:nvPicPr>
        <p:blipFill rotWithShape="1">
          <a:blip r:embed="rId2">
            <a:alphaModFix/>
          </a:blip>
          <a:srcRect b="0" l="0" r="0" t="0"/>
          <a:stretch/>
        </p:blipFill>
        <p:spPr>
          <a:xfrm>
            <a:off x="0" y="0"/>
            <a:ext cx="12191986" cy="6858000"/>
          </a:xfrm>
          <a:prstGeom prst="rect">
            <a:avLst/>
          </a:prstGeom>
          <a:noFill/>
          <a:ln>
            <a:noFill/>
          </a:ln>
        </p:spPr>
      </p:pic>
      <p:sp>
        <p:nvSpPr>
          <p:cNvPr id="43" name="Google Shape;43;g19545aa8c6d_0_36"/>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lt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2">
    <p:spTree>
      <p:nvGrpSpPr>
        <p:cNvPr id="44" name="Shape 44"/>
        <p:cNvGrpSpPr/>
        <p:nvPr/>
      </p:nvGrpSpPr>
      <p:grpSpPr>
        <a:xfrm>
          <a:off x="0" y="0"/>
          <a:ext cx="0" cy="0"/>
          <a:chOff x="0" y="0"/>
          <a:chExt cx="0" cy="0"/>
        </a:xfrm>
      </p:grpSpPr>
      <p:sp>
        <p:nvSpPr>
          <p:cNvPr id="45" name="Google Shape;45;g19545aa8c6d_0_39"/>
          <p:cNvSpPr/>
          <p:nvPr/>
        </p:nvSpPr>
        <p:spPr>
          <a:xfrm>
            <a:off x="446534" y="3085765"/>
            <a:ext cx="11262900"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g19545aa8c6d_0_39"/>
          <p:cNvSpPr txBox="1"/>
          <p:nvPr>
            <p:ph type="ctrTitle"/>
          </p:nvPr>
        </p:nvSpPr>
        <p:spPr>
          <a:xfrm>
            <a:off x="581191" y="1020431"/>
            <a:ext cx="10993500" cy="14751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g19545aa8c6d_0_39"/>
          <p:cNvSpPr txBox="1"/>
          <p:nvPr>
            <p:ph idx="1" type="subTitle"/>
          </p:nvPr>
        </p:nvSpPr>
        <p:spPr>
          <a:xfrm>
            <a:off x="581194" y="2495445"/>
            <a:ext cx="10993500" cy="5904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48" name="Google Shape;48;g19545aa8c6d_0_39"/>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F3B86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9" name="Google Shape;49;g19545aa8c6d_0_39"/>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F3B86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 name="Google Shape;50;g19545aa8c6d_0_39"/>
          <p:cNvSpPr txBox="1"/>
          <p:nvPr>
            <p:ph idx="12" type="sldNum"/>
          </p:nvPr>
        </p:nvSpPr>
        <p:spPr>
          <a:xfrm>
            <a:off x="10558300" y="5956137"/>
            <a:ext cx="1016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3B86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g19545aa8c6d_0_46"/>
          <p:cNvSpPr/>
          <p:nvPr/>
        </p:nvSpPr>
        <p:spPr>
          <a:xfrm>
            <a:off x="440286" y="614407"/>
            <a:ext cx="11309400" cy="1189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g19545aa8c6d_0_4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g19545aa8c6d_0_46"/>
          <p:cNvSpPr txBox="1"/>
          <p:nvPr>
            <p:ph idx="1" type="body"/>
          </p:nvPr>
        </p:nvSpPr>
        <p:spPr>
          <a:xfrm>
            <a:off x="581192" y="2180496"/>
            <a:ext cx="11029500" cy="3678300"/>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5" name="Google Shape;55;g19545aa8c6d_0_46"/>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g19545aa8c6d_0_46"/>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 name="Google Shape;57;g19545aa8c6d_0_46"/>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g19545aa8c6d_0_0"/>
          <p:cNvSpPr txBox="1"/>
          <p:nvPr>
            <p:ph type="title"/>
          </p:nvPr>
        </p:nvSpPr>
        <p:spPr>
          <a:xfrm>
            <a:off x="730700" y="574700"/>
            <a:ext cx="7347900" cy="1034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1pPr>
            <a:lvl2pPr lvl="1"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2pPr>
            <a:lvl3pPr lvl="2"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3pPr>
            <a:lvl4pPr lvl="3"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4pPr>
            <a:lvl5pPr lvl="4"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5pPr>
            <a:lvl6pPr lvl="5"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6pPr>
            <a:lvl7pPr lvl="6"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7pPr>
            <a:lvl8pPr lvl="7"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8pPr>
            <a:lvl9pPr lvl="8" marR="0" rtl="0" algn="l">
              <a:lnSpc>
                <a:spcPct val="100000"/>
              </a:lnSpc>
              <a:spcBef>
                <a:spcPts val="0"/>
              </a:spcBef>
              <a:spcAft>
                <a:spcPts val="0"/>
              </a:spcAft>
              <a:buClr>
                <a:schemeClr val="dk1"/>
              </a:buClr>
              <a:buSzPts val="3200"/>
              <a:buFont typeface="Marcellus SC"/>
              <a:buNone/>
              <a:defRPr b="0" i="0" sz="3200" u="none" cap="none" strike="noStrike">
                <a:solidFill>
                  <a:schemeClr val="dk1"/>
                </a:solidFill>
                <a:latin typeface="Marcellus SC"/>
                <a:ea typeface="Marcellus SC"/>
                <a:cs typeface="Marcellus SC"/>
                <a:sym typeface="Marcellus SC"/>
              </a:defRPr>
            </a:lvl9pPr>
          </a:lstStyle>
          <a:p/>
        </p:txBody>
      </p:sp>
      <p:sp>
        <p:nvSpPr>
          <p:cNvPr id="7" name="Google Shape;7;g19545aa8c6d_0_0"/>
          <p:cNvSpPr txBox="1"/>
          <p:nvPr>
            <p:ph idx="1" type="body"/>
          </p:nvPr>
        </p:nvSpPr>
        <p:spPr>
          <a:xfrm>
            <a:off x="730700" y="1880100"/>
            <a:ext cx="7347900" cy="4281600"/>
          </a:xfrm>
          <a:prstGeom prst="rect">
            <a:avLst/>
          </a:prstGeom>
          <a:noFill/>
          <a:ln>
            <a:noFill/>
          </a:ln>
        </p:spPr>
        <p:txBody>
          <a:bodyPr anchorCtr="0" anchor="t" bIns="0" lIns="0" spcFirstLastPara="1" rIns="0" wrap="square" tIns="0">
            <a:noAutofit/>
          </a:bodyPr>
          <a:lstStyle>
            <a:lvl1pPr indent="-431800" lvl="0" marL="457200" marR="0" rtl="0" algn="l">
              <a:lnSpc>
                <a:spcPct val="100000"/>
              </a:lnSpc>
              <a:spcBef>
                <a:spcPts val="80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1pPr>
            <a:lvl2pPr indent="-431800" lvl="1" marL="9144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2pPr>
            <a:lvl3pPr indent="-431800" lvl="2" marL="13716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3pPr>
            <a:lvl4pPr indent="-431800" lvl="3" marL="18288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4pPr>
            <a:lvl5pPr indent="-431800" lvl="4" marL="22860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5pPr>
            <a:lvl6pPr indent="-431800" lvl="5" marL="27432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6pPr>
            <a:lvl7pPr indent="-431800" lvl="6" marL="32004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7pPr>
            <a:lvl8pPr indent="-431800" lvl="7" marL="36576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8pPr>
            <a:lvl9pPr indent="-431800" lvl="8" marL="4114800" marR="0" rtl="0" algn="l">
              <a:lnSpc>
                <a:spcPct val="100000"/>
              </a:lnSpc>
              <a:spcBef>
                <a:spcPts val="0"/>
              </a:spcBef>
              <a:spcAft>
                <a:spcPts val="0"/>
              </a:spcAft>
              <a:buClr>
                <a:schemeClr val="lt2"/>
              </a:buClr>
              <a:buSzPts val="3200"/>
              <a:buFont typeface="EB Garamond"/>
              <a:buChar char="■"/>
              <a:defRPr b="0" i="0" sz="3200" u="none" cap="none" strike="noStrike">
                <a:solidFill>
                  <a:schemeClr val="dk1"/>
                </a:solidFill>
                <a:latin typeface="EB Garamond"/>
                <a:ea typeface="EB Garamond"/>
                <a:cs typeface="EB Garamond"/>
                <a:sym typeface="EB Garamond"/>
              </a:defRPr>
            </a:lvl9pPr>
          </a:lstStyle>
          <a:p/>
        </p:txBody>
      </p:sp>
      <p:sp>
        <p:nvSpPr>
          <p:cNvPr id="8" name="Google Shape;8;g19545aa8c6d_0_0"/>
          <p:cNvSpPr txBox="1"/>
          <p:nvPr>
            <p:ph idx="12" type="sldNum"/>
          </p:nvPr>
        </p:nvSpPr>
        <p:spPr>
          <a:xfrm>
            <a:off x="361067" y="6510600"/>
            <a:ext cx="11486100" cy="3471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1pPr>
            <a:lvl2pPr indent="0" lvl="1"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2pPr>
            <a:lvl3pPr indent="0" lvl="2"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3pPr>
            <a:lvl4pPr indent="0" lvl="3"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4pPr>
            <a:lvl5pPr indent="0" lvl="4"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5pPr>
            <a:lvl6pPr indent="0" lvl="5"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6pPr>
            <a:lvl7pPr indent="0" lvl="6"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7pPr>
            <a:lvl8pPr indent="0" lvl="7"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8pPr>
            <a:lvl9pPr indent="0" lvl="8" marL="0" marR="0" rtl="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Frank Ruhl Libre"/>
                <a:ea typeface="Frank Ruhl Libre"/>
                <a:cs typeface="Frank Ruhl Libre"/>
                <a:sym typeface="Frank Ruhl Libre"/>
              </a:defRPr>
            </a:lvl9pPr>
          </a:lstStyle>
          <a:p>
            <a:pPr indent="0" lvl="0" marL="0" rtl="0" algn="l">
              <a:spcBef>
                <a:spcPts val="0"/>
              </a:spcBef>
              <a:spcAft>
                <a:spcPts val="0"/>
              </a:spcAft>
              <a:buNone/>
            </a:pPr>
            <a:fld id="{00000000-1234-1234-1234-123412341234}" type="slidenum">
              <a:rPr lang="en-AU"/>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www.youtube.com/watch?v=CJdT6QcSbQ0" TargetMode="Externa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hyperlink" Target="https://drive.google.com/file/d/15InH4wYLxvl5ShcCAqHnI8VFxtEqgX1l/view?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ocs.google.com/document/d/16LxgyMJAg0NiepteMxa3MmzuyRbAoSGV/copy" TargetMode="External"/><Relationship Id="rId4" Type="http://schemas.openxmlformats.org/officeDocument/2006/relationships/hyperlink" Target="https://drive.google.com/file/d/1ndyWJO2CthYL-dlBdJG6L9BHrsEW4N8K/view?usp=sharing" TargetMode="External"/><Relationship Id="rId9" Type="http://schemas.openxmlformats.org/officeDocument/2006/relationships/image" Target="../media/image22.png"/><Relationship Id="rId5" Type="http://schemas.openxmlformats.org/officeDocument/2006/relationships/hyperlink" Target="https://drive.google.com/file/d/1dY1tfvhyfTPSl2auPgFxU2NNQw4u_MtG/view?usp=sharing" TargetMode="External"/><Relationship Id="rId6" Type="http://schemas.openxmlformats.org/officeDocument/2006/relationships/hyperlink" Target="https://drive.google.com/file/d/1u0xP18DEjb3Eh_HoCgN5j6ZSdmw_4stz/view?usp=sharing" TargetMode="External"/><Relationship Id="rId7" Type="http://schemas.openxmlformats.org/officeDocument/2006/relationships/image" Target="../media/image7.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0"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rive.google.com/file/d/1sIEWaKocz9X2RKSYrkpvOsR5xm7YFVky/view?usp=sharing" TargetMode="External"/><Relationship Id="rId4" Type="http://schemas.openxmlformats.org/officeDocument/2006/relationships/image" Target="../media/image13.png"/><Relationship Id="rId9"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7"/>
          <p:cNvSpPr txBox="1"/>
          <p:nvPr>
            <p:ph idx="4294967295" type="body"/>
          </p:nvPr>
        </p:nvSpPr>
        <p:spPr>
          <a:xfrm>
            <a:off x="574400" y="1821975"/>
            <a:ext cx="7000200" cy="3582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Font typeface="Arial"/>
              <a:buNone/>
            </a:pPr>
            <a:r>
              <a:rPr lang="en-AU" sz="4500">
                <a:solidFill>
                  <a:srgbClr val="38761D"/>
                </a:solidFill>
                <a:latin typeface="Calibri"/>
                <a:ea typeface="Calibri"/>
                <a:cs typeface="Calibri"/>
                <a:sym typeface="Calibri"/>
              </a:rPr>
              <a:t>Competing Human Migration Theories </a:t>
            </a:r>
            <a:endParaRPr/>
          </a:p>
          <a:p>
            <a:pPr indent="0" lvl="0" marL="0" marR="0" rtl="0" algn="l">
              <a:lnSpc>
                <a:spcPct val="80000"/>
              </a:lnSpc>
              <a:spcBef>
                <a:spcPts val="360"/>
              </a:spcBef>
              <a:spcAft>
                <a:spcPts val="0"/>
              </a:spcAft>
              <a:buSzPts val="3200"/>
              <a:buNone/>
            </a:pPr>
            <a:r>
              <a:rPr lang="en-AU" sz="2320">
                <a:solidFill>
                  <a:srgbClr val="A33C00"/>
                </a:solidFill>
                <a:latin typeface="Calibri"/>
                <a:ea typeface="Calibri"/>
                <a:cs typeface="Calibri"/>
                <a:sym typeface="Calibri"/>
              </a:rPr>
              <a:t>Multiregional theory or 'out of africa' theory?</a:t>
            </a:r>
            <a:endParaRPr sz="2320">
              <a:solidFill>
                <a:srgbClr val="A33C00"/>
              </a:solidFill>
              <a:latin typeface="Calibri"/>
              <a:ea typeface="Calibri"/>
              <a:cs typeface="Calibri"/>
              <a:sym typeface="Calibri"/>
            </a:endParaRPr>
          </a:p>
          <a:p>
            <a:pPr indent="0" lvl="0" marL="0" marR="0" rtl="0" algn="l">
              <a:lnSpc>
                <a:spcPct val="80000"/>
              </a:lnSpc>
              <a:spcBef>
                <a:spcPts val="360"/>
              </a:spcBef>
              <a:spcAft>
                <a:spcPts val="0"/>
              </a:spcAft>
              <a:buSzPts val="3200"/>
              <a:buNone/>
            </a:pPr>
            <a:r>
              <a:t/>
            </a:r>
            <a:endParaRPr sz="2320">
              <a:solidFill>
                <a:srgbClr val="A33C00"/>
              </a:solidFill>
              <a:latin typeface="Calibri"/>
              <a:ea typeface="Calibri"/>
              <a:cs typeface="Calibri"/>
              <a:sym typeface="Calibri"/>
            </a:endParaRPr>
          </a:p>
          <a:p>
            <a:pPr indent="0" lvl="0" marL="0" marR="0" rtl="0" algn="l">
              <a:lnSpc>
                <a:spcPct val="80000"/>
              </a:lnSpc>
              <a:spcBef>
                <a:spcPts val="360"/>
              </a:spcBef>
              <a:spcAft>
                <a:spcPts val="0"/>
              </a:spcAft>
              <a:buSzPts val="3200"/>
              <a:buNone/>
            </a:pPr>
            <a:r>
              <a:t/>
            </a:r>
            <a:endParaRPr sz="2320">
              <a:solidFill>
                <a:srgbClr val="A33C00"/>
              </a:solidFill>
              <a:latin typeface="Calibri"/>
              <a:ea typeface="Calibri"/>
              <a:cs typeface="Calibri"/>
              <a:sym typeface="Calibri"/>
            </a:endParaRPr>
          </a:p>
          <a:p>
            <a:pPr indent="0" lvl="0" marL="0" marR="0" rtl="0" algn="l">
              <a:lnSpc>
                <a:spcPct val="80000"/>
              </a:lnSpc>
              <a:spcBef>
                <a:spcPts val="360"/>
              </a:spcBef>
              <a:spcAft>
                <a:spcPts val="0"/>
              </a:spcAft>
              <a:buSzPts val="3200"/>
              <a:buNone/>
            </a:pPr>
            <a:r>
              <a:t/>
            </a:r>
            <a:endParaRPr sz="2320">
              <a:solidFill>
                <a:srgbClr val="A33C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AU" sz="4500">
                <a:solidFill>
                  <a:srgbClr val="38761D"/>
                </a:solidFill>
                <a:latin typeface="Calibri"/>
                <a:ea typeface="Calibri"/>
                <a:cs typeface="Calibri"/>
                <a:sym typeface="Calibri"/>
              </a:rPr>
              <a:t>&amp; Ancient Civilisations</a:t>
            </a:r>
            <a:endParaRPr b="1" sz="1450">
              <a:solidFill>
                <a:srgbClr val="A33C00"/>
              </a:solidFill>
              <a:highlight>
                <a:srgbClr val="FEF0E6"/>
              </a:highlight>
              <a:latin typeface="Arial"/>
              <a:ea typeface="Arial"/>
              <a:cs typeface="Arial"/>
              <a:sym typeface="Arial"/>
            </a:endParaRPr>
          </a:p>
          <a:p>
            <a:pPr indent="0" lvl="0" marL="0" marR="0" rtl="0" algn="l">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102b9fa285c_0_0"/>
          <p:cNvSpPr txBox="1"/>
          <p:nvPr>
            <p:ph type="title"/>
          </p:nvPr>
        </p:nvSpPr>
        <p:spPr>
          <a:xfrm>
            <a:off x="0" y="0"/>
            <a:ext cx="7347900" cy="8373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800"/>
              <a:buNone/>
            </a:pPr>
            <a:r>
              <a:rPr lang="en-AU" sz="4500">
                <a:solidFill>
                  <a:srgbClr val="38761D"/>
                </a:solidFill>
                <a:latin typeface="Calibri"/>
                <a:ea typeface="Calibri"/>
                <a:cs typeface="Calibri"/>
                <a:sym typeface="Calibri"/>
              </a:rPr>
              <a:t>Theories of Human Migration</a:t>
            </a:r>
            <a:endParaRPr sz="4500">
              <a:solidFill>
                <a:srgbClr val="38761D"/>
              </a:solidFill>
              <a:latin typeface="Calibri"/>
              <a:ea typeface="Calibri"/>
              <a:cs typeface="Calibri"/>
              <a:sym typeface="Calibri"/>
            </a:endParaRPr>
          </a:p>
        </p:txBody>
      </p:sp>
      <p:sp>
        <p:nvSpPr>
          <p:cNvPr id="68" name="Google Shape;68;g102b9fa285c_0_0"/>
          <p:cNvSpPr txBox="1"/>
          <p:nvPr>
            <p:ph idx="1" type="body"/>
          </p:nvPr>
        </p:nvSpPr>
        <p:spPr>
          <a:xfrm>
            <a:off x="176475" y="837313"/>
            <a:ext cx="3138900" cy="58305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360"/>
              </a:spcBef>
              <a:spcAft>
                <a:spcPts val="0"/>
              </a:spcAft>
              <a:buClr>
                <a:schemeClr val="dk1"/>
              </a:buClr>
              <a:buSzPts val="1018"/>
              <a:buFont typeface="Arial"/>
              <a:buNone/>
            </a:pPr>
            <a:r>
              <a:rPr lang="en-AU" sz="2420">
                <a:latin typeface="Calibri"/>
                <a:ea typeface="Calibri"/>
                <a:cs typeface="Calibri"/>
                <a:sym typeface="Calibri"/>
              </a:rPr>
              <a:t>Look at the map.</a:t>
            </a:r>
            <a:endParaRPr sz="2420">
              <a:latin typeface="Calibri"/>
              <a:ea typeface="Calibri"/>
              <a:cs typeface="Calibri"/>
              <a:sym typeface="Calibri"/>
            </a:endParaRPr>
          </a:p>
          <a:p>
            <a:pPr indent="0" lvl="0" marL="0" marR="0" rtl="0" algn="l">
              <a:lnSpc>
                <a:spcPct val="80000"/>
              </a:lnSpc>
              <a:spcBef>
                <a:spcPts val="360"/>
              </a:spcBef>
              <a:spcAft>
                <a:spcPts val="0"/>
              </a:spcAft>
              <a:buClr>
                <a:schemeClr val="dk1"/>
              </a:buClr>
              <a:buSzPts val="1018"/>
              <a:buFont typeface="Arial"/>
              <a:buNone/>
            </a:pPr>
            <a:r>
              <a:t/>
            </a:r>
            <a:endParaRPr sz="2420">
              <a:latin typeface="Calibri"/>
              <a:ea typeface="Calibri"/>
              <a:cs typeface="Calibri"/>
              <a:sym typeface="Calibri"/>
            </a:endParaRPr>
          </a:p>
          <a:p>
            <a:pPr indent="0" lvl="0" marL="0" marR="0" rtl="0" algn="l">
              <a:lnSpc>
                <a:spcPct val="80000"/>
              </a:lnSpc>
              <a:spcBef>
                <a:spcPts val="360"/>
              </a:spcBef>
              <a:spcAft>
                <a:spcPts val="0"/>
              </a:spcAft>
              <a:buClr>
                <a:schemeClr val="dk1"/>
              </a:buClr>
              <a:buSzPts val="1018"/>
              <a:buFont typeface="Arial"/>
              <a:buNone/>
            </a:pPr>
            <a:r>
              <a:rPr lang="en-AU" sz="2420">
                <a:latin typeface="Calibri"/>
                <a:ea typeface="Calibri"/>
                <a:cs typeface="Calibri"/>
                <a:sym typeface="Calibri"/>
              </a:rPr>
              <a:t>Write down everything you </a:t>
            </a:r>
            <a:r>
              <a:rPr lang="en-AU" sz="2420" u="sng">
                <a:latin typeface="Calibri"/>
                <a:ea typeface="Calibri"/>
                <a:cs typeface="Calibri"/>
                <a:sym typeface="Calibri"/>
              </a:rPr>
              <a:t>see</a:t>
            </a:r>
            <a:r>
              <a:rPr lang="en-AU" sz="2420">
                <a:latin typeface="Calibri"/>
                <a:ea typeface="Calibri"/>
                <a:cs typeface="Calibri"/>
                <a:sym typeface="Calibri"/>
              </a:rPr>
              <a:t>. </a:t>
            </a:r>
            <a:endParaRPr sz="2420">
              <a:latin typeface="Calibri"/>
              <a:ea typeface="Calibri"/>
              <a:cs typeface="Calibri"/>
              <a:sym typeface="Calibri"/>
            </a:endParaRPr>
          </a:p>
          <a:p>
            <a:pPr indent="0" lvl="0" marL="0" marR="0" rtl="0" algn="l">
              <a:lnSpc>
                <a:spcPct val="80000"/>
              </a:lnSpc>
              <a:spcBef>
                <a:spcPts val="360"/>
              </a:spcBef>
              <a:spcAft>
                <a:spcPts val="0"/>
              </a:spcAft>
              <a:buClr>
                <a:schemeClr val="dk1"/>
              </a:buClr>
              <a:buSzPts val="1018"/>
              <a:buFont typeface="Arial"/>
              <a:buNone/>
            </a:pPr>
            <a:r>
              <a:t/>
            </a:r>
            <a:endParaRPr sz="2420">
              <a:latin typeface="Calibri"/>
              <a:ea typeface="Calibri"/>
              <a:cs typeface="Calibri"/>
              <a:sym typeface="Calibri"/>
            </a:endParaRPr>
          </a:p>
          <a:p>
            <a:pPr indent="0" lvl="0" marL="0" marR="0" rtl="0" algn="l">
              <a:lnSpc>
                <a:spcPct val="80000"/>
              </a:lnSpc>
              <a:spcBef>
                <a:spcPts val="360"/>
              </a:spcBef>
              <a:spcAft>
                <a:spcPts val="0"/>
              </a:spcAft>
              <a:buClr>
                <a:schemeClr val="dk1"/>
              </a:buClr>
              <a:buSzPts val="1018"/>
              <a:buFont typeface="Arial"/>
              <a:buNone/>
            </a:pPr>
            <a:r>
              <a:rPr lang="en-AU" sz="2420">
                <a:latin typeface="Calibri"/>
                <a:ea typeface="Calibri"/>
                <a:cs typeface="Calibri"/>
                <a:sym typeface="Calibri"/>
              </a:rPr>
              <a:t>Write down everything you </a:t>
            </a:r>
            <a:r>
              <a:rPr lang="en-AU" sz="2420" u="sng">
                <a:latin typeface="Calibri"/>
                <a:ea typeface="Calibri"/>
                <a:cs typeface="Calibri"/>
                <a:sym typeface="Calibri"/>
              </a:rPr>
              <a:t>think </a:t>
            </a:r>
            <a:r>
              <a:rPr lang="en-AU" sz="2420">
                <a:latin typeface="Calibri"/>
                <a:ea typeface="Calibri"/>
                <a:cs typeface="Calibri"/>
                <a:sym typeface="Calibri"/>
              </a:rPr>
              <a:t>about this map. </a:t>
            </a:r>
            <a:endParaRPr sz="2420">
              <a:latin typeface="Calibri"/>
              <a:ea typeface="Calibri"/>
              <a:cs typeface="Calibri"/>
              <a:sym typeface="Calibri"/>
            </a:endParaRPr>
          </a:p>
          <a:p>
            <a:pPr indent="0" lvl="0" marL="0" marR="0" rtl="0" algn="l">
              <a:lnSpc>
                <a:spcPct val="80000"/>
              </a:lnSpc>
              <a:spcBef>
                <a:spcPts val="360"/>
              </a:spcBef>
              <a:spcAft>
                <a:spcPts val="0"/>
              </a:spcAft>
              <a:buClr>
                <a:schemeClr val="dk1"/>
              </a:buClr>
              <a:buSzPts val="1018"/>
              <a:buFont typeface="Arial"/>
              <a:buNone/>
            </a:pPr>
            <a:r>
              <a:t/>
            </a:r>
            <a:endParaRPr sz="2420">
              <a:latin typeface="Calibri"/>
              <a:ea typeface="Calibri"/>
              <a:cs typeface="Calibri"/>
              <a:sym typeface="Calibri"/>
            </a:endParaRPr>
          </a:p>
          <a:p>
            <a:pPr indent="0" lvl="0" marL="0" marR="0" rtl="0" algn="l">
              <a:lnSpc>
                <a:spcPct val="80000"/>
              </a:lnSpc>
              <a:spcBef>
                <a:spcPts val="360"/>
              </a:spcBef>
              <a:spcAft>
                <a:spcPts val="0"/>
              </a:spcAft>
              <a:buClr>
                <a:schemeClr val="dk1"/>
              </a:buClr>
              <a:buSzPts val="1018"/>
              <a:buFont typeface="Arial"/>
              <a:buNone/>
            </a:pPr>
            <a:r>
              <a:rPr lang="en-AU" sz="2420">
                <a:latin typeface="Calibri"/>
                <a:ea typeface="Calibri"/>
                <a:cs typeface="Calibri"/>
                <a:sym typeface="Calibri"/>
              </a:rPr>
              <a:t>Write down everything you </a:t>
            </a:r>
            <a:r>
              <a:rPr lang="en-AU" sz="2420" u="sng">
                <a:latin typeface="Calibri"/>
                <a:ea typeface="Calibri"/>
                <a:cs typeface="Calibri"/>
                <a:sym typeface="Calibri"/>
              </a:rPr>
              <a:t>wonder</a:t>
            </a:r>
            <a:r>
              <a:rPr lang="en-AU" sz="2420">
                <a:latin typeface="Calibri"/>
                <a:ea typeface="Calibri"/>
                <a:cs typeface="Calibri"/>
                <a:sym typeface="Calibri"/>
              </a:rPr>
              <a:t>, what more do you want to know, what questions do you have?</a:t>
            </a:r>
            <a:endParaRPr sz="2420">
              <a:latin typeface="Calibri"/>
              <a:ea typeface="Calibri"/>
              <a:cs typeface="Calibri"/>
              <a:sym typeface="Calibri"/>
            </a:endParaRPr>
          </a:p>
        </p:txBody>
      </p:sp>
      <p:pic>
        <p:nvPicPr>
          <p:cNvPr id="69" name="Google Shape;69;g102b9fa285c_0_0"/>
          <p:cNvPicPr preferRelativeResize="0"/>
          <p:nvPr/>
        </p:nvPicPr>
        <p:blipFill rotWithShape="1">
          <a:blip r:embed="rId3">
            <a:alphaModFix/>
          </a:blip>
          <a:srcRect b="0" l="0" r="0" t="0"/>
          <a:stretch/>
        </p:blipFill>
        <p:spPr>
          <a:xfrm>
            <a:off x="3446166" y="1027500"/>
            <a:ext cx="8745835" cy="5830501"/>
          </a:xfrm>
          <a:prstGeom prst="rect">
            <a:avLst/>
          </a:prstGeom>
          <a:noFill/>
          <a:ln cap="flat" cmpd="sng" w="38100">
            <a:solidFill>
              <a:srgbClr val="000000"/>
            </a:solidFill>
            <a:prstDash val="solid"/>
            <a:round/>
            <a:headEnd len="sm" w="sm" type="none"/>
            <a:tailEnd len="sm" w="sm" type="none"/>
          </a:ln>
        </p:spPr>
      </p:pic>
      <p:pic>
        <p:nvPicPr>
          <p:cNvPr id="70" name="Google Shape;70;g102b9fa285c_0_0"/>
          <p:cNvPicPr preferRelativeResize="0"/>
          <p:nvPr/>
        </p:nvPicPr>
        <p:blipFill rotWithShape="1">
          <a:blip r:embed="rId4">
            <a:alphaModFix/>
          </a:blip>
          <a:srcRect b="0" l="0" r="0" t="0"/>
          <a:stretch/>
        </p:blipFill>
        <p:spPr>
          <a:xfrm>
            <a:off x="8581502" y="4934749"/>
            <a:ext cx="1536300" cy="1787400"/>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sp>
        <p:nvSpPr>
          <p:cNvPr id="71" name="Google Shape;71;g102b9fa285c_0_0"/>
          <p:cNvSpPr/>
          <p:nvPr/>
        </p:nvSpPr>
        <p:spPr>
          <a:xfrm>
            <a:off x="4458560" y="3746842"/>
            <a:ext cx="792300" cy="649200"/>
          </a:xfrm>
          <a:prstGeom prst="ellipse">
            <a:avLst/>
          </a:prstGeom>
          <a:noFill/>
          <a:ln cap="flat" cmpd="sng" w="381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2" name="Google Shape;72;g102b9fa285c_0_0"/>
          <p:cNvSpPr/>
          <p:nvPr/>
        </p:nvSpPr>
        <p:spPr>
          <a:xfrm>
            <a:off x="4988338" y="2806546"/>
            <a:ext cx="792300" cy="647700"/>
          </a:xfrm>
          <a:prstGeom prst="ellipse">
            <a:avLst/>
          </a:prstGeom>
          <a:noFill/>
          <a:ln cap="flat" cmpd="sng" w="381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3" name="Google Shape;73;g102b9fa285c_0_0"/>
          <p:cNvSpPr/>
          <p:nvPr/>
        </p:nvSpPr>
        <p:spPr>
          <a:xfrm>
            <a:off x="6065904" y="2289914"/>
            <a:ext cx="1224000" cy="1079400"/>
          </a:xfrm>
          <a:prstGeom prst="ellipse">
            <a:avLst/>
          </a:prstGeom>
          <a:noFill/>
          <a:ln cap="flat" cmpd="sng" w="381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4" name="Google Shape;74;g102b9fa285c_0_0"/>
          <p:cNvSpPr/>
          <p:nvPr/>
        </p:nvSpPr>
        <p:spPr>
          <a:xfrm>
            <a:off x="6742179" y="4466922"/>
            <a:ext cx="1198500" cy="904800"/>
          </a:xfrm>
          <a:prstGeom prst="ellipse">
            <a:avLst/>
          </a:prstGeom>
          <a:noFill/>
          <a:ln cap="flat" cmpd="sng" w="381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5" name="Google Shape;75;g102b9fa285c_0_0"/>
          <p:cNvSpPr txBox="1"/>
          <p:nvPr/>
        </p:nvSpPr>
        <p:spPr>
          <a:xfrm>
            <a:off x="7940675" y="168800"/>
            <a:ext cx="4120500" cy="1200600"/>
          </a:xfrm>
          <a:prstGeom prst="rect">
            <a:avLst/>
          </a:prstGeom>
          <a:solidFill>
            <a:srgbClr val="00FF12">
              <a:alpha val="49803"/>
            </a:srgbClr>
          </a:solid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000"/>
              <a:buFont typeface="Arial"/>
              <a:buNone/>
            </a:pPr>
            <a:r>
              <a:rPr b="0" i="0" lang="en-AU" sz="2200" u="none" cap="none" strike="noStrike">
                <a:solidFill>
                  <a:srgbClr val="000000"/>
                </a:solidFill>
                <a:latin typeface="Calibri"/>
                <a:ea typeface="Calibri"/>
                <a:cs typeface="Calibri"/>
                <a:sym typeface="Calibri"/>
              </a:rPr>
              <a:t>HINT: what do the brown numbers represent? What is circled? What does the orange arrows show?</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It's tough to know what happened on Earth thousands of years before anyone started writing anything down. But thanks to the amazing work of anthropologists and paleontologists like those working on National Geographic's Genographic Project, we can begin to piece together the story of our ancestors. Here's how early humans spread from East Africa all around the world. &#10;&#10;Science Insider tells you all you need to know about science: space, medicine, biotech, physiology, and more. &#10;&#10;Subscribe to our channel and visit us at: http://www.businessinsider.com/science&#10;Science Insider on Facebook: https://www.facebook.com/BusinessInsiderScience/&#10;Science Insider on Instagram: https://www.instagram.com/science_insider/&#10;Business Insider on Twitter: https://twitter.com/businessinsider&#10;Tech Insider on Twitter: https://twitter.com/techinsider" id="80" name="Google Shape;80;g1a087fb66a9_0_34" title="Map Shows How Humans Migrated Across The Globe">
            <a:hlinkClick r:id="rId3"/>
          </p:cNvPr>
          <p:cNvPicPr preferRelativeResize="0"/>
          <p:nvPr/>
        </p:nvPicPr>
        <p:blipFill rotWithShape="1">
          <a:blip r:embed="rId4">
            <a:alphaModFix/>
          </a:blip>
          <a:srcRect b="0" l="0" r="0" t="0"/>
          <a:stretch/>
        </p:blipFill>
        <p:spPr>
          <a:xfrm>
            <a:off x="1661350" y="0"/>
            <a:ext cx="9091325" cy="681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1000"/>
                                        <p:tgtEl>
                                          <p:spTgt spid="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1a087fb66a9_0_43"/>
          <p:cNvSpPr txBox="1"/>
          <p:nvPr>
            <p:ph idx="1" type="body"/>
          </p:nvPr>
        </p:nvSpPr>
        <p:spPr>
          <a:xfrm>
            <a:off x="368350" y="1351125"/>
            <a:ext cx="4587900" cy="34815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800"/>
              <a:buNone/>
            </a:pPr>
            <a:r>
              <a:rPr lang="en-AU" sz="5000">
                <a:solidFill>
                  <a:srgbClr val="38761D"/>
                </a:solidFill>
                <a:latin typeface="Calibri"/>
                <a:ea typeface="Calibri"/>
                <a:cs typeface="Calibri"/>
                <a:sym typeface="Calibri"/>
              </a:rPr>
              <a:t>How did the video confirm or conflict with what you 'see, think, wondered'?</a:t>
            </a:r>
            <a:endParaRPr sz="3700"/>
          </a:p>
          <a:p>
            <a:pPr indent="0" lvl="0" marL="0" marR="0" rtl="0" algn="ctr">
              <a:lnSpc>
                <a:spcPct val="80000"/>
              </a:lnSpc>
              <a:spcBef>
                <a:spcPts val="360"/>
              </a:spcBef>
              <a:spcAft>
                <a:spcPts val="0"/>
              </a:spcAft>
              <a:buSzPts val="3200"/>
              <a:buNone/>
            </a:pPr>
            <a:r>
              <a:t/>
            </a:r>
            <a:endParaRPr sz="2820">
              <a:solidFill>
                <a:srgbClr val="A33C00"/>
              </a:solidFill>
              <a:latin typeface="Calibri"/>
              <a:ea typeface="Calibri"/>
              <a:cs typeface="Calibri"/>
              <a:sym typeface="Calibri"/>
            </a:endParaRPr>
          </a:p>
          <a:p>
            <a:pPr indent="0" lvl="0" marL="0" marR="0" rtl="0" algn="ctr">
              <a:lnSpc>
                <a:spcPct val="80000"/>
              </a:lnSpc>
              <a:spcBef>
                <a:spcPts val="360"/>
              </a:spcBef>
              <a:spcAft>
                <a:spcPts val="0"/>
              </a:spcAft>
              <a:buSzPts val="3200"/>
              <a:buNone/>
            </a:pPr>
            <a:r>
              <a:t/>
            </a:r>
            <a:endParaRPr b="1" sz="1950">
              <a:solidFill>
                <a:srgbClr val="A33C00"/>
              </a:solidFill>
              <a:highlight>
                <a:srgbClr val="FEF0E6"/>
              </a:highlight>
              <a:latin typeface="Arial"/>
              <a:ea typeface="Arial"/>
              <a:cs typeface="Arial"/>
              <a:sym typeface="Arial"/>
            </a:endParaRPr>
          </a:p>
          <a:p>
            <a:pPr indent="0" lvl="0" marL="0" marR="0" rtl="0" algn="ctr">
              <a:lnSpc>
                <a:spcPct val="80000"/>
              </a:lnSpc>
              <a:spcBef>
                <a:spcPts val="360"/>
              </a:spcBef>
              <a:spcAft>
                <a:spcPts val="0"/>
              </a:spcAft>
              <a:buClr>
                <a:schemeClr val="dk1"/>
              </a:buClr>
              <a:buSzPts val="1018"/>
              <a:buFont typeface="Arial"/>
              <a:buNone/>
            </a:pPr>
            <a:r>
              <a:t/>
            </a:r>
            <a:endParaRPr sz="2820">
              <a:latin typeface="Calibri"/>
              <a:ea typeface="Calibri"/>
              <a:cs typeface="Calibri"/>
              <a:sym typeface="Calibri"/>
            </a:endParaRPr>
          </a:p>
        </p:txBody>
      </p:sp>
      <p:pic>
        <p:nvPicPr>
          <p:cNvPr id="86" name="Google Shape;86;g1a087fb66a9_0_43"/>
          <p:cNvPicPr preferRelativeResize="0"/>
          <p:nvPr/>
        </p:nvPicPr>
        <p:blipFill rotWithShape="1">
          <a:blip r:embed="rId3">
            <a:alphaModFix/>
          </a:blip>
          <a:srcRect b="13800" l="0" r="0" t="0"/>
          <a:stretch/>
        </p:blipFill>
        <p:spPr>
          <a:xfrm>
            <a:off x="5391776" y="2404450"/>
            <a:ext cx="6420151" cy="3855275"/>
          </a:xfrm>
          <a:prstGeom prst="rect">
            <a:avLst/>
          </a:prstGeom>
          <a:noFill/>
          <a:ln cap="flat" cmpd="sng" w="38100">
            <a:solidFill>
              <a:schemeClr val="dk1"/>
            </a:solidFill>
            <a:prstDash val="solid"/>
            <a:round/>
            <a:headEnd len="sm" w="sm" type="none"/>
            <a:tailEnd len="sm" w="sm" type="none"/>
          </a:ln>
        </p:spPr>
      </p:pic>
      <p:sp>
        <p:nvSpPr>
          <p:cNvPr id="87" name="Google Shape;87;g1a087fb66a9_0_43"/>
          <p:cNvSpPr txBox="1"/>
          <p:nvPr/>
        </p:nvSpPr>
        <p:spPr>
          <a:xfrm>
            <a:off x="6307900" y="745650"/>
            <a:ext cx="45879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AU" sz="2800" u="none" cap="none" strike="noStrike">
                <a:solidFill>
                  <a:srgbClr val="000000"/>
                </a:solidFill>
                <a:latin typeface="Calibri"/>
                <a:ea typeface="Calibri"/>
                <a:cs typeface="Calibri"/>
                <a:sym typeface="Calibri"/>
              </a:rPr>
              <a:t>For more information about the 'Out of Africa' theory, you're welcome to click </a:t>
            </a:r>
            <a:r>
              <a:rPr b="0" i="0" lang="en-AU" sz="2800" u="sng" cap="none" strike="noStrike">
                <a:solidFill>
                  <a:srgbClr val="4A86E8"/>
                </a:solidFill>
                <a:latin typeface="Calibri"/>
                <a:ea typeface="Calibri"/>
                <a:cs typeface="Calibri"/>
                <a:sym typeface="Calibri"/>
                <a:hlinkClick r:id="rId4">
                  <a:extLst>
                    <a:ext uri="{A12FA001-AC4F-418D-AE19-62706E023703}">
                      <ahyp:hlinkClr val="tx"/>
                    </a:ext>
                  </a:extLst>
                </a:hlinkClick>
              </a:rPr>
              <a:t>here!</a:t>
            </a:r>
            <a:r>
              <a:rPr b="0" i="0" lang="en-AU" sz="2800" u="none" cap="none" strike="noStrike">
                <a:solidFill>
                  <a:srgbClr val="4A86E8"/>
                </a:solidFill>
                <a:latin typeface="Calibri"/>
                <a:ea typeface="Calibri"/>
                <a:cs typeface="Calibri"/>
                <a:sym typeface="Calibri"/>
              </a:rPr>
              <a:t> </a:t>
            </a:r>
            <a:endParaRPr b="0" i="0" sz="2800" u="none" cap="none" strike="noStrike">
              <a:solidFill>
                <a:srgbClr val="4A86E8"/>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1d6c5c081f3_0_0"/>
          <p:cNvSpPr txBox="1"/>
          <p:nvPr>
            <p:ph idx="1" type="body"/>
          </p:nvPr>
        </p:nvSpPr>
        <p:spPr>
          <a:xfrm>
            <a:off x="1878750" y="685225"/>
            <a:ext cx="8434500" cy="29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800"/>
              <a:buNone/>
            </a:pPr>
            <a:r>
              <a:rPr lang="en-AU" sz="4500">
                <a:solidFill>
                  <a:srgbClr val="38761D"/>
                </a:solidFill>
                <a:latin typeface="Calibri"/>
                <a:ea typeface="Calibri"/>
                <a:cs typeface="Calibri"/>
                <a:sym typeface="Calibri"/>
              </a:rPr>
              <a:t>Now using Google, research what the 'Multi-regional' theory is. </a:t>
            </a:r>
            <a:endParaRPr sz="4500">
              <a:solidFill>
                <a:srgbClr val="38761D"/>
              </a:solidFill>
              <a:latin typeface="Calibri"/>
              <a:ea typeface="Calibri"/>
              <a:cs typeface="Calibri"/>
              <a:sym typeface="Calibri"/>
            </a:endParaRPr>
          </a:p>
          <a:p>
            <a:pPr indent="0" lvl="0" marL="0" rtl="0" algn="ctr">
              <a:lnSpc>
                <a:spcPct val="100000"/>
              </a:lnSpc>
              <a:spcBef>
                <a:spcPts val="0"/>
              </a:spcBef>
              <a:spcAft>
                <a:spcPts val="0"/>
              </a:spcAft>
              <a:buSzPts val="1800"/>
              <a:buNone/>
            </a:pPr>
            <a:r>
              <a:rPr lang="en-AU" sz="4500">
                <a:solidFill>
                  <a:srgbClr val="38761D"/>
                </a:solidFill>
                <a:latin typeface="Calibri"/>
                <a:ea typeface="Calibri"/>
                <a:cs typeface="Calibri"/>
                <a:sym typeface="Calibri"/>
              </a:rPr>
              <a:t>How is this similar and different to the 'out of Africa' theory?</a:t>
            </a:r>
            <a:endParaRPr sz="4500">
              <a:solidFill>
                <a:srgbClr val="38761D"/>
              </a:solidFill>
              <a:latin typeface="Calibri"/>
              <a:ea typeface="Calibri"/>
              <a:cs typeface="Calibri"/>
              <a:sym typeface="Calibri"/>
            </a:endParaRPr>
          </a:p>
          <a:p>
            <a:pPr indent="0" lvl="0" marL="0" marR="0" rtl="0" algn="ctr">
              <a:lnSpc>
                <a:spcPct val="80000"/>
              </a:lnSpc>
              <a:spcBef>
                <a:spcPts val="360"/>
              </a:spcBef>
              <a:spcAft>
                <a:spcPts val="0"/>
              </a:spcAft>
              <a:buSzPts val="3200"/>
              <a:buNone/>
            </a:pPr>
            <a:r>
              <a:t/>
            </a:r>
            <a:endParaRPr sz="2320">
              <a:solidFill>
                <a:srgbClr val="A33C00"/>
              </a:solidFill>
              <a:latin typeface="Calibri"/>
              <a:ea typeface="Calibri"/>
              <a:cs typeface="Calibri"/>
              <a:sym typeface="Calibri"/>
            </a:endParaRPr>
          </a:p>
          <a:p>
            <a:pPr indent="0" lvl="0" marL="0" marR="0" rtl="0" algn="ctr">
              <a:lnSpc>
                <a:spcPct val="80000"/>
              </a:lnSpc>
              <a:spcBef>
                <a:spcPts val="360"/>
              </a:spcBef>
              <a:spcAft>
                <a:spcPts val="0"/>
              </a:spcAft>
              <a:buSzPts val="3200"/>
              <a:buNone/>
            </a:pPr>
            <a:r>
              <a:t/>
            </a:r>
            <a:endParaRPr b="1" sz="1450">
              <a:solidFill>
                <a:srgbClr val="A33C00"/>
              </a:solidFill>
              <a:highlight>
                <a:srgbClr val="FEF0E6"/>
              </a:highlight>
              <a:latin typeface="Arial"/>
              <a:ea typeface="Arial"/>
              <a:cs typeface="Arial"/>
              <a:sym typeface="Arial"/>
            </a:endParaRPr>
          </a:p>
          <a:p>
            <a:pPr indent="0" lvl="0" marL="0" marR="0" rtl="0" algn="ctr">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p:txBody>
      </p:sp>
      <p:pic>
        <p:nvPicPr>
          <p:cNvPr id="93" name="Google Shape;93;g1d6c5c081f3_0_0"/>
          <p:cNvPicPr preferRelativeResize="0"/>
          <p:nvPr/>
        </p:nvPicPr>
        <p:blipFill rotWithShape="1">
          <a:blip r:embed="rId3">
            <a:alphaModFix/>
          </a:blip>
          <a:srcRect b="0" l="0" r="0" t="0"/>
          <a:stretch/>
        </p:blipFill>
        <p:spPr>
          <a:xfrm>
            <a:off x="3941886" y="3696250"/>
            <a:ext cx="4308225" cy="2794950"/>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1a087fb66a9_1_0"/>
          <p:cNvSpPr txBox="1"/>
          <p:nvPr/>
        </p:nvSpPr>
        <p:spPr>
          <a:xfrm>
            <a:off x="0" y="373650"/>
            <a:ext cx="5568900" cy="6110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1" i="0" lang="en-AU" sz="4800" u="none" cap="none" strike="noStrike">
                <a:solidFill>
                  <a:srgbClr val="38761D"/>
                </a:solidFill>
                <a:latin typeface="Calibri"/>
                <a:ea typeface="Calibri"/>
                <a:cs typeface="Calibri"/>
                <a:sym typeface="Calibri"/>
              </a:rPr>
              <a:t>Introduction to Ancient Civilisation Timeline</a:t>
            </a:r>
            <a:endParaRPr b="1" i="0" sz="4800" u="none" cap="none" strike="noStrike">
              <a:solidFill>
                <a:srgbClr val="3876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AU" sz="2000" u="none" cap="none" strike="noStrike">
                <a:solidFill>
                  <a:srgbClr val="000000"/>
                </a:solidFill>
                <a:latin typeface="Calibri"/>
                <a:ea typeface="Calibri"/>
                <a:cs typeface="Calibri"/>
                <a:sym typeface="Calibri"/>
              </a:rPr>
            </a:br>
            <a:r>
              <a:rPr b="0" i="0" lang="en-AU" sz="2000" u="none" cap="none" strike="noStrike">
                <a:solidFill>
                  <a:srgbClr val="000000"/>
                </a:solidFill>
                <a:latin typeface="Calibri"/>
                <a:ea typeface="Calibri"/>
                <a:cs typeface="Calibri"/>
                <a:sym typeface="Calibri"/>
              </a:rPr>
              <a:t>Modern humans have existed on Earth for about 200,000 years. </a:t>
            </a:r>
            <a:r>
              <a:rPr b="1" i="0" lang="en-AU" sz="2000" u="none" cap="none" strike="noStrike">
                <a:solidFill>
                  <a:srgbClr val="000000"/>
                </a:solidFill>
                <a:latin typeface="Calibri"/>
                <a:ea typeface="Calibri"/>
                <a:cs typeface="Calibri"/>
                <a:sym typeface="Calibri"/>
              </a:rPr>
              <a:t>Archaeologists </a:t>
            </a:r>
            <a:r>
              <a:rPr b="0" i="0" lang="en-AU" sz="2000" u="none" cap="none" strike="noStrike">
                <a:solidFill>
                  <a:srgbClr val="000000"/>
                </a:solidFill>
                <a:latin typeface="Calibri"/>
                <a:ea typeface="Calibri"/>
                <a:cs typeface="Calibri"/>
                <a:sym typeface="Calibri"/>
              </a:rPr>
              <a:t>and scientists have gathered </a:t>
            </a:r>
            <a:r>
              <a:rPr b="1" i="0" lang="en-AU" sz="2000" u="none" cap="none" strike="noStrike">
                <a:solidFill>
                  <a:srgbClr val="000000"/>
                </a:solidFill>
                <a:latin typeface="Calibri"/>
                <a:ea typeface="Calibri"/>
                <a:cs typeface="Calibri"/>
                <a:sym typeface="Calibri"/>
              </a:rPr>
              <a:t>primary sources</a:t>
            </a:r>
            <a:r>
              <a:rPr b="0" i="0" lang="en-AU" sz="2000" u="none" cap="none" strike="noStrike">
                <a:solidFill>
                  <a:srgbClr val="000000"/>
                </a:solidFill>
                <a:latin typeface="Calibri"/>
                <a:ea typeface="Calibri"/>
                <a:cs typeface="Calibri"/>
                <a:sym typeface="Calibri"/>
              </a:rPr>
              <a:t>, such as bones and early tools, to uncover </a:t>
            </a:r>
            <a:r>
              <a:rPr b="1" i="0" lang="en-AU" sz="2000" u="none" cap="none" strike="noStrike">
                <a:solidFill>
                  <a:srgbClr val="000000"/>
                </a:solidFill>
                <a:latin typeface="Calibri"/>
                <a:ea typeface="Calibri"/>
                <a:cs typeface="Calibri"/>
                <a:sym typeface="Calibri"/>
              </a:rPr>
              <a:t>evidence </a:t>
            </a:r>
            <a:r>
              <a:rPr b="0" i="0" lang="en-AU" sz="2000" u="none" cap="none" strike="noStrike">
                <a:solidFill>
                  <a:srgbClr val="000000"/>
                </a:solidFill>
                <a:latin typeface="Calibri"/>
                <a:ea typeface="Calibri"/>
                <a:cs typeface="Calibri"/>
                <a:sym typeface="Calibri"/>
              </a:rPr>
              <a:t>about early humans, and to generate theories about how they spread across the earth. The earliest remains of people that are </a:t>
            </a:r>
            <a:r>
              <a:rPr b="1" i="0" lang="en-AU" sz="2000" u="none" cap="none" strike="noStrike">
                <a:solidFill>
                  <a:srgbClr val="000000"/>
                </a:solidFill>
                <a:latin typeface="Calibri"/>
                <a:ea typeface="Calibri"/>
                <a:cs typeface="Calibri"/>
                <a:sym typeface="Calibri"/>
              </a:rPr>
              <a:t>anatomically </a:t>
            </a:r>
            <a:r>
              <a:rPr b="0" i="0" lang="en-AU" sz="2000" u="none" cap="none" strike="noStrike">
                <a:solidFill>
                  <a:srgbClr val="000000"/>
                </a:solidFill>
                <a:latin typeface="Calibri"/>
                <a:ea typeface="Calibri"/>
                <a:cs typeface="Calibri"/>
                <a:sym typeface="Calibri"/>
              </a:rPr>
              <a:t>similar to modern humans were found in Africa. Some of the most significant ancient civilisations were ancient Egypt, ancient Greece, ancient Rome, ancient India and ancient China.</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Calibri"/>
              <a:ea typeface="Calibri"/>
              <a:cs typeface="Calibri"/>
              <a:sym typeface="Calibri"/>
            </a:endParaRPr>
          </a:p>
        </p:txBody>
      </p:sp>
      <p:pic>
        <p:nvPicPr>
          <p:cNvPr id="99" name="Google Shape;99;g1a087fb66a9_1_0"/>
          <p:cNvPicPr preferRelativeResize="0"/>
          <p:nvPr/>
        </p:nvPicPr>
        <p:blipFill rotWithShape="1">
          <a:blip r:embed="rId3">
            <a:alphaModFix/>
          </a:blip>
          <a:srcRect b="0" l="0" r="6340" t="16763"/>
          <a:stretch/>
        </p:blipFill>
        <p:spPr>
          <a:xfrm>
            <a:off x="5654025" y="1186400"/>
            <a:ext cx="6967026" cy="4643601"/>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a087fb66a9_1_13"/>
          <p:cNvSpPr txBox="1"/>
          <p:nvPr/>
        </p:nvSpPr>
        <p:spPr>
          <a:xfrm>
            <a:off x="334650" y="427500"/>
            <a:ext cx="8224200" cy="600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50"/>
              <a:buFont typeface="Arial"/>
              <a:buNone/>
            </a:pPr>
            <a:r>
              <a:rPr b="1" i="0" lang="en-AU" sz="2350" u="none" cap="none" strike="noStrike">
                <a:solidFill>
                  <a:srgbClr val="38761D"/>
                </a:solidFill>
                <a:latin typeface="Calibri"/>
                <a:ea typeface="Calibri"/>
                <a:cs typeface="Calibri"/>
                <a:sym typeface="Calibri"/>
              </a:rPr>
              <a:t>Use the resource pack handed to you or click </a:t>
            </a:r>
            <a:r>
              <a:rPr b="1" i="0" lang="en-AU" sz="2350" u="sng" cap="none" strike="noStrike">
                <a:solidFill>
                  <a:srgbClr val="4A86E8"/>
                </a:solidFill>
                <a:latin typeface="Calibri"/>
                <a:ea typeface="Calibri"/>
                <a:cs typeface="Calibri"/>
                <a:sym typeface="Calibri"/>
                <a:hlinkClick r:id="rId3">
                  <a:extLst>
                    <a:ext uri="{A12FA001-AC4F-418D-AE19-62706E023703}">
                      <ahyp:hlinkClr val="tx"/>
                    </a:ext>
                  </a:extLst>
                </a:hlinkClick>
              </a:rPr>
              <a:t>here</a:t>
            </a:r>
            <a:r>
              <a:rPr b="1" i="0" lang="en-AU" sz="2350" u="none" cap="none" strike="noStrike">
                <a:solidFill>
                  <a:srgbClr val="4A86E8"/>
                </a:solidFill>
                <a:latin typeface="Calibri"/>
                <a:ea typeface="Calibri"/>
                <a:cs typeface="Calibri"/>
                <a:sym typeface="Calibri"/>
              </a:rPr>
              <a:t> </a:t>
            </a:r>
            <a:r>
              <a:rPr b="1" i="0" lang="en-AU" sz="2350" u="none" cap="none" strike="noStrike">
                <a:solidFill>
                  <a:srgbClr val="38761D"/>
                </a:solidFill>
                <a:latin typeface="Calibri"/>
                <a:ea typeface="Calibri"/>
                <a:cs typeface="Calibri"/>
                <a:sym typeface="Calibri"/>
              </a:rPr>
              <a:t>for information.</a:t>
            </a:r>
            <a:r>
              <a:rPr b="1" i="0" lang="en-AU" sz="2350" u="none" cap="none" strike="noStrike">
                <a:solidFill>
                  <a:srgbClr val="4A86E8"/>
                </a:solidFill>
                <a:latin typeface="Calibri"/>
                <a:ea typeface="Calibri"/>
                <a:cs typeface="Calibri"/>
                <a:sym typeface="Calibri"/>
              </a:rPr>
              <a:t> </a:t>
            </a:r>
            <a:r>
              <a:rPr b="1" i="0" lang="en-AU" sz="2350" u="none" cap="none" strike="noStrike">
                <a:solidFill>
                  <a:srgbClr val="38761D"/>
                </a:solidFill>
                <a:latin typeface="Calibri"/>
                <a:ea typeface="Calibri"/>
                <a:cs typeface="Calibri"/>
                <a:sym typeface="Calibri"/>
              </a:rPr>
              <a:t>As a class we will read the text &amp; unpack any words we don’t understand. </a:t>
            </a:r>
            <a:endParaRPr b="1" i="0" sz="2350" u="none" cap="none" strike="noStrike">
              <a:solidFill>
                <a:srgbClr val="3876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rgbClr val="000000"/>
              </a:solidFill>
              <a:latin typeface="Calibri"/>
              <a:ea typeface="Calibri"/>
              <a:cs typeface="Calibri"/>
              <a:sym typeface="Calibri"/>
            </a:endParaRPr>
          </a:p>
          <a:p>
            <a:pPr indent="-358775" lvl="0" marL="457200" marR="0" rtl="0" algn="l">
              <a:lnSpc>
                <a:spcPct val="100000"/>
              </a:lnSpc>
              <a:spcBef>
                <a:spcPts val="0"/>
              </a:spcBef>
              <a:spcAft>
                <a:spcPts val="0"/>
              </a:spcAft>
              <a:buClr>
                <a:srgbClr val="000000"/>
              </a:buClr>
              <a:buSzPts val="2050"/>
              <a:buFont typeface="Calibri"/>
              <a:buAutoNum type="arabicPeriod"/>
            </a:pPr>
            <a:r>
              <a:rPr b="0" i="0" lang="en-AU" sz="2050" u="none" cap="none" strike="noStrike">
                <a:solidFill>
                  <a:srgbClr val="000000"/>
                </a:solidFill>
                <a:latin typeface="Calibri"/>
                <a:ea typeface="Calibri"/>
                <a:cs typeface="Calibri"/>
                <a:sym typeface="Calibri"/>
              </a:rPr>
              <a:t>Using Source 0.2, read the coloured ancient regions and see where they were located on the map. Consider what similarities and differences can be drawn from each region based on the given information.</a:t>
            </a:r>
            <a:endParaRPr b="0" i="0" sz="2050" u="none" cap="none" strike="noStrike">
              <a:solidFill>
                <a:srgbClr val="000000"/>
              </a:solidFill>
              <a:latin typeface="Calibri"/>
              <a:ea typeface="Calibri"/>
              <a:cs typeface="Calibri"/>
              <a:sym typeface="Calibri"/>
            </a:endParaRPr>
          </a:p>
          <a:p>
            <a:pPr indent="-358775" lvl="0" marL="450000" marR="0" rtl="0" algn="l">
              <a:lnSpc>
                <a:spcPct val="100000"/>
              </a:lnSpc>
              <a:spcBef>
                <a:spcPts val="0"/>
              </a:spcBef>
              <a:spcAft>
                <a:spcPts val="0"/>
              </a:spcAft>
              <a:buClr>
                <a:srgbClr val="000000"/>
              </a:buClr>
              <a:buSzPts val="2050"/>
              <a:buFont typeface="Calibri"/>
              <a:buAutoNum type="arabicPeriod"/>
            </a:pPr>
            <a:r>
              <a:rPr b="0" i="0" lang="en-AU" sz="2050" u="none" cap="none" strike="noStrike">
                <a:solidFill>
                  <a:srgbClr val="000000"/>
                </a:solidFill>
                <a:latin typeface="Calibri"/>
                <a:ea typeface="Calibri"/>
                <a:cs typeface="Calibri"/>
                <a:sym typeface="Calibri"/>
              </a:rPr>
              <a:t>Using the coloured handouts of </a:t>
            </a:r>
            <a:r>
              <a:rPr b="1" i="0" lang="en-AU" sz="2050" u="sng" cap="none" strike="noStrike">
                <a:solidFill>
                  <a:srgbClr val="4A86E8"/>
                </a:solidFill>
                <a:latin typeface="Calibri"/>
                <a:ea typeface="Calibri"/>
                <a:cs typeface="Calibri"/>
                <a:sym typeface="Calibri"/>
                <a:hlinkClick r:id="rId4">
                  <a:extLst>
                    <a:ext uri="{A12FA001-AC4F-418D-AE19-62706E023703}">
                      <ahyp:hlinkClr val="tx"/>
                    </a:ext>
                  </a:extLst>
                </a:hlinkClick>
              </a:rPr>
              <a:t>Ancient Civilisations</a:t>
            </a:r>
            <a:r>
              <a:rPr b="0" i="0" lang="en-AU" sz="2050" u="none" cap="none" strike="noStrike">
                <a:solidFill>
                  <a:srgbClr val="4A86E8"/>
                </a:solidFill>
                <a:latin typeface="Calibri"/>
                <a:ea typeface="Calibri"/>
                <a:cs typeface="Calibri"/>
                <a:sym typeface="Calibri"/>
              </a:rPr>
              <a:t> </a:t>
            </a:r>
            <a:r>
              <a:rPr b="0" i="0" lang="en-AU" sz="2050" u="none" cap="none" strike="noStrike">
                <a:solidFill>
                  <a:srgbClr val="000000"/>
                </a:solidFill>
                <a:latin typeface="Calibri"/>
                <a:ea typeface="Calibri"/>
                <a:cs typeface="Calibri"/>
                <a:sym typeface="Calibri"/>
              </a:rPr>
              <a:t>&amp; </a:t>
            </a:r>
            <a:r>
              <a:rPr b="1" i="0" lang="en-AU" sz="2050" u="sng" cap="none" strike="noStrike">
                <a:solidFill>
                  <a:srgbClr val="4A86E8"/>
                </a:solidFill>
                <a:latin typeface="Calibri"/>
                <a:ea typeface="Calibri"/>
                <a:cs typeface="Calibri"/>
                <a:sym typeface="Calibri"/>
                <a:hlinkClick r:id="rId5">
                  <a:extLst>
                    <a:ext uri="{A12FA001-AC4F-418D-AE19-62706E023703}">
                      <ahyp:hlinkClr val="tx"/>
                    </a:ext>
                  </a:extLst>
                </a:hlinkClick>
              </a:rPr>
              <a:t>Ancient Pictures</a:t>
            </a:r>
            <a:r>
              <a:rPr b="0" i="0" lang="en-AU" sz="2050" u="none" cap="none" strike="noStrike">
                <a:solidFill>
                  <a:srgbClr val="000000"/>
                </a:solidFill>
                <a:latin typeface="Calibri"/>
                <a:ea typeface="Calibri"/>
                <a:cs typeface="Calibri"/>
                <a:sym typeface="Calibri"/>
              </a:rPr>
              <a:t> order and the reorder the ancient civilisations by:</a:t>
            </a:r>
            <a:br>
              <a:rPr b="0" i="0" lang="en-AU" sz="2050" u="none" cap="none" strike="noStrike">
                <a:solidFill>
                  <a:srgbClr val="000000"/>
                </a:solidFill>
                <a:latin typeface="Calibri"/>
                <a:ea typeface="Calibri"/>
                <a:cs typeface="Calibri"/>
                <a:sym typeface="Calibri"/>
              </a:rPr>
            </a:br>
            <a:r>
              <a:rPr b="0" i="0" lang="en-AU" sz="2050" u="none" cap="none" strike="noStrike">
                <a:solidFill>
                  <a:srgbClr val="000000"/>
                </a:solidFill>
                <a:latin typeface="Calibri"/>
                <a:ea typeface="Calibri"/>
                <a:cs typeface="Calibri"/>
                <a:sym typeface="Calibri"/>
              </a:rPr>
              <a:t>a) starting date</a:t>
            </a:r>
            <a:br>
              <a:rPr b="0" i="0" lang="en-AU" sz="2050" u="none" cap="none" strike="noStrike">
                <a:solidFill>
                  <a:srgbClr val="000000"/>
                </a:solidFill>
                <a:latin typeface="Calibri"/>
                <a:ea typeface="Calibri"/>
                <a:cs typeface="Calibri"/>
                <a:sym typeface="Calibri"/>
              </a:rPr>
            </a:br>
            <a:r>
              <a:rPr b="0" i="0" lang="en-AU" sz="2050" u="none" cap="none" strike="noStrike">
                <a:solidFill>
                  <a:srgbClr val="000000"/>
                </a:solidFill>
                <a:latin typeface="Calibri"/>
                <a:ea typeface="Calibri"/>
                <a:cs typeface="Calibri"/>
                <a:sym typeface="Calibri"/>
              </a:rPr>
              <a:t>b) end date </a:t>
            </a:r>
            <a:br>
              <a:rPr b="0" i="0" lang="en-AU" sz="2050" u="none" cap="none" strike="noStrike">
                <a:solidFill>
                  <a:srgbClr val="000000"/>
                </a:solidFill>
                <a:latin typeface="Calibri"/>
                <a:ea typeface="Calibri"/>
                <a:cs typeface="Calibri"/>
                <a:sym typeface="Calibri"/>
              </a:rPr>
            </a:br>
            <a:r>
              <a:rPr b="0" i="0" lang="en-AU" sz="2050" u="none" cap="none" strike="noStrike">
                <a:solidFill>
                  <a:srgbClr val="000000"/>
                </a:solidFill>
                <a:latin typeface="Calibri"/>
                <a:ea typeface="Calibri"/>
                <a:cs typeface="Calibri"/>
                <a:sym typeface="Calibri"/>
              </a:rPr>
              <a:t>c) shortest length of time</a:t>
            </a:r>
            <a:br>
              <a:rPr b="0" i="0" lang="en-AU" sz="2050" u="none" cap="none" strike="noStrike">
                <a:solidFill>
                  <a:srgbClr val="000000"/>
                </a:solidFill>
                <a:latin typeface="Calibri"/>
                <a:ea typeface="Calibri"/>
                <a:cs typeface="Calibri"/>
                <a:sym typeface="Calibri"/>
              </a:rPr>
            </a:br>
            <a:r>
              <a:rPr b="0" i="0" lang="en-AU" sz="2050" u="none" cap="none" strike="noStrike">
                <a:solidFill>
                  <a:srgbClr val="000000"/>
                </a:solidFill>
                <a:latin typeface="Calibri"/>
                <a:ea typeface="Calibri"/>
                <a:cs typeface="Calibri"/>
                <a:sym typeface="Calibri"/>
              </a:rPr>
              <a:t>d) longest length of time</a:t>
            </a:r>
            <a:endParaRPr b="0" i="0" sz="2050" u="none" cap="none" strike="noStrike">
              <a:solidFill>
                <a:srgbClr val="000000"/>
              </a:solidFill>
              <a:latin typeface="Calibri"/>
              <a:ea typeface="Calibri"/>
              <a:cs typeface="Calibri"/>
              <a:sym typeface="Calibri"/>
            </a:endParaRPr>
          </a:p>
          <a:p>
            <a:pPr indent="-358775" lvl="0" marL="450000" marR="0" rtl="0" algn="l">
              <a:lnSpc>
                <a:spcPct val="100000"/>
              </a:lnSpc>
              <a:spcBef>
                <a:spcPts val="0"/>
              </a:spcBef>
              <a:spcAft>
                <a:spcPts val="0"/>
              </a:spcAft>
              <a:buClr>
                <a:srgbClr val="000000"/>
              </a:buClr>
              <a:buSzPts val="2050"/>
              <a:buFont typeface="Calibri"/>
              <a:buAutoNum type="arabicPeriod"/>
            </a:pPr>
            <a:r>
              <a:rPr b="0" i="0" lang="en-AU" sz="2050" u="none" cap="none" strike="noStrike">
                <a:solidFill>
                  <a:srgbClr val="000000"/>
                </a:solidFill>
                <a:latin typeface="Calibri"/>
                <a:ea typeface="Calibri"/>
                <a:cs typeface="Calibri"/>
                <a:sym typeface="Calibri"/>
              </a:rPr>
              <a:t>Use </a:t>
            </a:r>
            <a:r>
              <a:rPr b="1" i="0" lang="en-AU" sz="2050" u="sng" cap="none" strike="noStrike">
                <a:solidFill>
                  <a:srgbClr val="4A86E8"/>
                </a:solidFill>
                <a:latin typeface="Calibri"/>
                <a:ea typeface="Calibri"/>
                <a:cs typeface="Calibri"/>
                <a:sym typeface="Calibri"/>
                <a:hlinkClick r:id="rId6">
                  <a:extLst>
                    <a:ext uri="{A12FA001-AC4F-418D-AE19-62706E023703}">
                      <ahyp:hlinkClr val="tx"/>
                    </a:ext>
                  </a:extLst>
                </a:hlinkClick>
              </a:rPr>
              <a:t>When did Ancient Civilisations Rise &amp; Fall</a:t>
            </a:r>
            <a:r>
              <a:rPr b="0" i="0" lang="en-AU" sz="2050" u="none" cap="none" strike="noStrike">
                <a:solidFill>
                  <a:srgbClr val="000000"/>
                </a:solidFill>
                <a:latin typeface="Calibri"/>
                <a:ea typeface="Calibri"/>
                <a:cs typeface="Calibri"/>
                <a:sym typeface="Calibri"/>
              </a:rPr>
              <a:t> to check your orders. </a:t>
            </a:r>
            <a:endParaRPr b="0" i="0" sz="2050" u="none" cap="none" strike="noStrike">
              <a:solidFill>
                <a:srgbClr val="000000"/>
              </a:solidFill>
              <a:latin typeface="Calibri"/>
              <a:ea typeface="Calibri"/>
              <a:cs typeface="Calibri"/>
              <a:sym typeface="Calibri"/>
            </a:endParaRPr>
          </a:p>
          <a:p>
            <a:pPr indent="-358775" lvl="0" marL="457200" marR="0" rtl="0" algn="l">
              <a:lnSpc>
                <a:spcPct val="100000"/>
              </a:lnSpc>
              <a:spcBef>
                <a:spcPts val="0"/>
              </a:spcBef>
              <a:spcAft>
                <a:spcPts val="0"/>
              </a:spcAft>
              <a:buClr>
                <a:srgbClr val="000000"/>
              </a:buClr>
              <a:buSzPts val="2050"/>
              <a:buFont typeface="Calibri"/>
              <a:buAutoNum type="arabicPeriod"/>
            </a:pPr>
            <a:r>
              <a:rPr b="0" i="0" lang="en-AU" sz="2050" u="none" cap="none" strike="noStrike">
                <a:solidFill>
                  <a:srgbClr val="000000"/>
                </a:solidFill>
                <a:latin typeface="Calibri"/>
                <a:ea typeface="Calibri"/>
                <a:cs typeface="Calibri"/>
                <a:sym typeface="Calibri"/>
              </a:rPr>
              <a:t>Explain why farming and agriculture were important to the development of civilisations. </a:t>
            </a:r>
            <a:endParaRPr b="0" i="0" sz="2050" u="none" cap="none" strike="noStrike">
              <a:solidFill>
                <a:srgbClr val="000000"/>
              </a:solidFill>
              <a:latin typeface="Calibri"/>
              <a:ea typeface="Calibri"/>
              <a:cs typeface="Calibri"/>
              <a:sym typeface="Calibri"/>
            </a:endParaRPr>
          </a:p>
          <a:p>
            <a:pPr indent="-358775" lvl="0" marL="457200" marR="0" rtl="0" algn="l">
              <a:lnSpc>
                <a:spcPct val="100000"/>
              </a:lnSpc>
              <a:spcBef>
                <a:spcPts val="0"/>
              </a:spcBef>
              <a:spcAft>
                <a:spcPts val="0"/>
              </a:spcAft>
              <a:buClr>
                <a:srgbClr val="000000"/>
              </a:buClr>
              <a:buSzPts val="2050"/>
              <a:buFont typeface="Calibri"/>
              <a:buAutoNum type="arabicPeriod"/>
            </a:pPr>
            <a:r>
              <a:rPr b="0" i="0" lang="en-AU" sz="2050" u="none" cap="none" strike="noStrike">
                <a:solidFill>
                  <a:srgbClr val="000000"/>
                </a:solidFill>
                <a:latin typeface="Calibri"/>
                <a:ea typeface="Calibri"/>
                <a:cs typeface="Calibri"/>
                <a:sym typeface="Calibri"/>
              </a:rPr>
              <a:t>Formulate a question that you would like answered to support your understanding of Ancient Civilisations.</a:t>
            </a:r>
            <a:endParaRPr b="0" i="0" sz="2400" u="none" cap="none" strike="noStrike">
              <a:solidFill>
                <a:srgbClr val="000000"/>
              </a:solidFill>
              <a:latin typeface="Arial"/>
              <a:ea typeface="Arial"/>
              <a:cs typeface="Arial"/>
              <a:sym typeface="Arial"/>
            </a:endParaRPr>
          </a:p>
        </p:txBody>
      </p:sp>
      <p:pic>
        <p:nvPicPr>
          <p:cNvPr id="105" name="Google Shape;105;g1a087fb66a9_1_13"/>
          <p:cNvPicPr preferRelativeResize="0"/>
          <p:nvPr/>
        </p:nvPicPr>
        <p:blipFill rotWithShape="1">
          <a:blip r:embed="rId7">
            <a:alphaModFix/>
          </a:blip>
          <a:srcRect b="0" l="0" r="0" t="0"/>
          <a:stretch/>
        </p:blipFill>
        <p:spPr>
          <a:xfrm>
            <a:off x="8682150" y="269700"/>
            <a:ext cx="2213325" cy="2540075"/>
          </a:xfrm>
          <a:prstGeom prst="rect">
            <a:avLst/>
          </a:prstGeom>
          <a:noFill/>
          <a:ln cap="flat" cmpd="sng" w="38100">
            <a:solidFill>
              <a:schemeClr val="dk1"/>
            </a:solidFill>
            <a:prstDash val="solid"/>
            <a:round/>
            <a:headEnd len="sm" w="sm" type="none"/>
            <a:tailEnd len="sm" w="sm" type="none"/>
          </a:ln>
        </p:spPr>
      </p:pic>
      <p:pic>
        <p:nvPicPr>
          <p:cNvPr id="106" name="Google Shape;106;g1a087fb66a9_1_13"/>
          <p:cNvPicPr preferRelativeResize="0"/>
          <p:nvPr/>
        </p:nvPicPr>
        <p:blipFill rotWithShape="1">
          <a:blip r:embed="rId8">
            <a:alphaModFix/>
          </a:blip>
          <a:srcRect b="0" l="0" r="0" t="0"/>
          <a:stretch/>
        </p:blipFill>
        <p:spPr>
          <a:xfrm>
            <a:off x="9902475" y="871863"/>
            <a:ext cx="2213325" cy="2543170"/>
          </a:xfrm>
          <a:prstGeom prst="rect">
            <a:avLst/>
          </a:prstGeom>
          <a:noFill/>
          <a:ln cap="flat" cmpd="sng" w="38100">
            <a:solidFill>
              <a:schemeClr val="dk1"/>
            </a:solidFill>
            <a:prstDash val="solid"/>
            <a:round/>
            <a:headEnd len="sm" w="sm" type="none"/>
            <a:tailEnd len="sm" w="sm" type="none"/>
          </a:ln>
        </p:spPr>
      </p:pic>
      <p:pic>
        <p:nvPicPr>
          <p:cNvPr id="107" name="Google Shape;107;g1a087fb66a9_1_13"/>
          <p:cNvPicPr preferRelativeResize="0"/>
          <p:nvPr/>
        </p:nvPicPr>
        <p:blipFill rotWithShape="1">
          <a:blip r:embed="rId9">
            <a:alphaModFix/>
          </a:blip>
          <a:srcRect b="0" l="0" r="0" t="0"/>
          <a:stretch/>
        </p:blipFill>
        <p:spPr>
          <a:xfrm>
            <a:off x="8558850" y="2994950"/>
            <a:ext cx="3515975" cy="1950309"/>
          </a:xfrm>
          <a:prstGeom prst="rect">
            <a:avLst/>
          </a:prstGeom>
          <a:noFill/>
          <a:ln cap="flat" cmpd="sng" w="38100">
            <a:solidFill>
              <a:schemeClr val="dk1"/>
            </a:solidFill>
            <a:prstDash val="solid"/>
            <a:round/>
            <a:headEnd len="sm" w="sm" type="none"/>
            <a:tailEnd len="sm" w="sm" type="none"/>
          </a:ln>
        </p:spPr>
      </p:pic>
      <p:pic>
        <p:nvPicPr>
          <p:cNvPr id="108" name="Google Shape;108;g1a087fb66a9_1_13"/>
          <p:cNvPicPr preferRelativeResize="0"/>
          <p:nvPr/>
        </p:nvPicPr>
        <p:blipFill rotWithShape="1">
          <a:blip r:embed="rId10">
            <a:alphaModFix/>
          </a:blip>
          <a:srcRect b="0" l="22606" r="0" t="0"/>
          <a:stretch/>
        </p:blipFill>
        <p:spPr>
          <a:xfrm rot="-5400000">
            <a:off x="10077850" y="4739765"/>
            <a:ext cx="2167375" cy="1739950"/>
          </a:xfrm>
          <a:prstGeom prst="rect">
            <a:avLst/>
          </a:prstGeom>
          <a:noFill/>
          <a:ln cap="flat" cmpd="sng" w="38100">
            <a:solidFill>
              <a:schemeClr val="dk1"/>
            </a:solidFill>
            <a:prstDash val="solid"/>
            <a:round/>
            <a:headEnd len="sm" w="sm" type="none"/>
            <a:tailEnd len="sm" w="sm" type="none"/>
          </a:ln>
        </p:spPr>
      </p:pic>
      <p:pic>
        <p:nvPicPr>
          <p:cNvPr id="109" name="Google Shape;109;g1a087fb66a9_1_13"/>
          <p:cNvPicPr preferRelativeResize="0"/>
          <p:nvPr/>
        </p:nvPicPr>
        <p:blipFill rotWithShape="1">
          <a:blip r:embed="rId11">
            <a:alphaModFix/>
          </a:blip>
          <a:srcRect b="0" l="0" r="23535" t="0"/>
          <a:stretch/>
        </p:blipFill>
        <p:spPr>
          <a:xfrm>
            <a:off x="8155150" y="5130413"/>
            <a:ext cx="1984026" cy="1559674"/>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d92f8d2e2a_0_8"/>
          <p:cNvSpPr txBox="1"/>
          <p:nvPr>
            <p:ph idx="1" type="body"/>
          </p:nvPr>
        </p:nvSpPr>
        <p:spPr>
          <a:xfrm>
            <a:off x="438900" y="411750"/>
            <a:ext cx="4206300" cy="5156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800"/>
              </a:spcBef>
              <a:spcAft>
                <a:spcPts val="0"/>
              </a:spcAft>
              <a:buSzPts val="3200"/>
              <a:buNone/>
            </a:pPr>
            <a:r>
              <a:rPr lang="en-AU" sz="2700">
                <a:latin typeface="Calibri"/>
                <a:ea typeface="Calibri"/>
                <a:cs typeface="Calibri"/>
                <a:sym typeface="Calibri"/>
              </a:rPr>
              <a:t>Using the </a:t>
            </a:r>
            <a:r>
              <a:rPr lang="en-AU" sz="2700" u="sng">
                <a:solidFill>
                  <a:srgbClr val="4A86E8"/>
                </a:solidFill>
                <a:latin typeface="Calibri"/>
                <a:ea typeface="Calibri"/>
                <a:cs typeface="Calibri"/>
                <a:sym typeface="Calibri"/>
                <a:hlinkClick r:id="rId3">
                  <a:extLst>
                    <a:ext uri="{A12FA001-AC4F-418D-AE19-62706E023703}">
                      <ahyp:hlinkClr val="tx"/>
                    </a:ext>
                  </a:extLst>
                </a:hlinkClick>
              </a:rPr>
              <a:t>Ancient Civilisations booklet</a:t>
            </a:r>
            <a:r>
              <a:rPr lang="en-AU" sz="2700">
                <a:latin typeface="Calibri"/>
                <a:ea typeface="Calibri"/>
                <a:cs typeface="Calibri"/>
                <a:sym typeface="Calibri"/>
              </a:rPr>
              <a:t>, you will complete page 1 &amp; 2 with a peer in your books.</a:t>
            </a:r>
            <a:br>
              <a:rPr lang="en-AU" sz="2700">
                <a:latin typeface="Calibri"/>
                <a:ea typeface="Calibri"/>
                <a:cs typeface="Calibri"/>
                <a:sym typeface="Calibri"/>
              </a:rPr>
            </a:br>
            <a:endParaRPr sz="2700">
              <a:latin typeface="Calibri"/>
              <a:ea typeface="Calibri"/>
              <a:cs typeface="Calibri"/>
              <a:sym typeface="Calibri"/>
            </a:endParaRPr>
          </a:p>
          <a:p>
            <a:pPr indent="0" lvl="0" marL="0" rtl="0" algn="l">
              <a:lnSpc>
                <a:spcPct val="100000"/>
              </a:lnSpc>
              <a:spcBef>
                <a:spcPts val="800"/>
              </a:spcBef>
              <a:spcAft>
                <a:spcPts val="0"/>
              </a:spcAft>
              <a:buSzPts val="3200"/>
              <a:buNone/>
            </a:pPr>
            <a:r>
              <a:rPr lang="en-AU" sz="2700">
                <a:latin typeface="Calibri"/>
                <a:ea typeface="Calibri"/>
                <a:cs typeface="Calibri"/>
                <a:sym typeface="Calibri"/>
              </a:rPr>
              <a:t>Then, independently you will choose 1 civilisation of choice from the booklet and complete its activity page.</a:t>
            </a:r>
            <a:br>
              <a:rPr lang="en-AU" sz="2700">
                <a:latin typeface="Calibri"/>
                <a:ea typeface="Calibri"/>
                <a:cs typeface="Calibri"/>
                <a:sym typeface="Calibri"/>
              </a:rPr>
            </a:br>
            <a:endParaRPr sz="2700">
              <a:latin typeface="Calibri"/>
              <a:ea typeface="Calibri"/>
              <a:cs typeface="Calibri"/>
              <a:sym typeface="Calibri"/>
            </a:endParaRPr>
          </a:p>
          <a:p>
            <a:pPr indent="0" lvl="0" marL="0" rtl="0" algn="l">
              <a:lnSpc>
                <a:spcPct val="100000"/>
              </a:lnSpc>
              <a:spcBef>
                <a:spcPts val="800"/>
              </a:spcBef>
              <a:spcAft>
                <a:spcPts val="0"/>
              </a:spcAft>
              <a:buSzPts val="3200"/>
              <a:buNone/>
            </a:pPr>
            <a:r>
              <a:rPr lang="en-AU" sz="2700">
                <a:latin typeface="Calibri"/>
                <a:ea typeface="Calibri"/>
                <a:cs typeface="Calibri"/>
                <a:sym typeface="Calibri"/>
              </a:rPr>
              <a:t>You will share your findings with your table groups and learn from them about other ancient civilisations.</a:t>
            </a:r>
            <a:endParaRPr sz="2700">
              <a:latin typeface="Calibri"/>
              <a:ea typeface="Calibri"/>
              <a:cs typeface="Calibri"/>
              <a:sym typeface="Calibri"/>
            </a:endParaRPr>
          </a:p>
        </p:txBody>
      </p:sp>
      <p:grpSp>
        <p:nvGrpSpPr>
          <p:cNvPr id="115" name="Google Shape;115;g1d92f8d2e2a_0_8"/>
          <p:cNvGrpSpPr/>
          <p:nvPr/>
        </p:nvGrpSpPr>
        <p:grpSpPr>
          <a:xfrm>
            <a:off x="5030575" y="207275"/>
            <a:ext cx="6845525" cy="6650735"/>
            <a:chOff x="4207625" y="207275"/>
            <a:chExt cx="6845525" cy="6650735"/>
          </a:xfrm>
        </p:grpSpPr>
        <p:pic>
          <p:nvPicPr>
            <p:cNvPr id="116" name="Google Shape;116;g1d92f8d2e2a_0_8"/>
            <p:cNvPicPr preferRelativeResize="0"/>
            <p:nvPr/>
          </p:nvPicPr>
          <p:blipFill rotWithShape="1">
            <a:blip r:embed="rId4">
              <a:alphaModFix/>
            </a:blip>
            <a:srcRect b="0" l="0" r="0" t="0"/>
            <a:stretch/>
          </p:blipFill>
          <p:spPr>
            <a:xfrm>
              <a:off x="4207625" y="207275"/>
              <a:ext cx="3016125" cy="2699400"/>
            </a:xfrm>
            <a:prstGeom prst="rect">
              <a:avLst/>
            </a:prstGeom>
            <a:noFill/>
            <a:ln cap="flat" cmpd="sng" w="38100">
              <a:solidFill>
                <a:schemeClr val="dk1"/>
              </a:solidFill>
              <a:prstDash val="solid"/>
              <a:round/>
              <a:headEnd len="sm" w="sm" type="none"/>
              <a:tailEnd len="sm" w="sm" type="none"/>
            </a:ln>
          </p:spPr>
        </p:pic>
        <p:pic>
          <p:nvPicPr>
            <p:cNvPr id="117" name="Google Shape;117;g1d92f8d2e2a_0_8"/>
            <p:cNvPicPr preferRelativeResize="0"/>
            <p:nvPr/>
          </p:nvPicPr>
          <p:blipFill rotWithShape="1">
            <a:blip r:embed="rId5">
              <a:alphaModFix/>
            </a:blip>
            <a:srcRect b="0" l="0" r="0" t="0"/>
            <a:stretch/>
          </p:blipFill>
          <p:spPr>
            <a:xfrm>
              <a:off x="5609600" y="732100"/>
              <a:ext cx="2853900" cy="2629316"/>
            </a:xfrm>
            <a:prstGeom prst="rect">
              <a:avLst/>
            </a:prstGeom>
            <a:noFill/>
            <a:ln cap="flat" cmpd="sng" w="38100">
              <a:solidFill>
                <a:schemeClr val="dk1"/>
              </a:solidFill>
              <a:prstDash val="solid"/>
              <a:round/>
              <a:headEnd len="sm" w="sm" type="none"/>
              <a:tailEnd len="sm" w="sm" type="none"/>
            </a:ln>
          </p:spPr>
        </p:pic>
        <p:pic>
          <p:nvPicPr>
            <p:cNvPr id="118" name="Google Shape;118;g1d92f8d2e2a_0_8"/>
            <p:cNvPicPr preferRelativeResize="0"/>
            <p:nvPr/>
          </p:nvPicPr>
          <p:blipFill rotWithShape="1">
            <a:blip r:embed="rId6">
              <a:alphaModFix/>
            </a:blip>
            <a:srcRect b="0" l="0" r="0" t="0"/>
            <a:stretch/>
          </p:blipFill>
          <p:spPr>
            <a:xfrm>
              <a:off x="6903850" y="1356525"/>
              <a:ext cx="2853900" cy="2624349"/>
            </a:xfrm>
            <a:prstGeom prst="rect">
              <a:avLst/>
            </a:prstGeom>
            <a:noFill/>
            <a:ln cap="flat" cmpd="sng" w="38100">
              <a:solidFill>
                <a:schemeClr val="dk1"/>
              </a:solidFill>
              <a:prstDash val="solid"/>
              <a:round/>
              <a:headEnd len="sm" w="sm" type="none"/>
              <a:tailEnd len="sm" w="sm" type="none"/>
            </a:ln>
          </p:spPr>
        </p:pic>
        <p:pic>
          <p:nvPicPr>
            <p:cNvPr id="119" name="Google Shape;119;g1d92f8d2e2a_0_8"/>
            <p:cNvPicPr preferRelativeResize="0"/>
            <p:nvPr/>
          </p:nvPicPr>
          <p:blipFill rotWithShape="1">
            <a:blip r:embed="rId7">
              <a:alphaModFix/>
            </a:blip>
            <a:srcRect b="0" l="0" r="0" t="0"/>
            <a:stretch/>
          </p:blipFill>
          <p:spPr>
            <a:xfrm>
              <a:off x="8199250" y="2109674"/>
              <a:ext cx="2853900" cy="2496729"/>
            </a:xfrm>
            <a:prstGeom prst="rect">
              <a:avLst/>
            </a:prstGeom>
            <a:noFill/>
            <a:ln cap="flat" cmpd="sng" w="38100">
              <a:solidFill>
                <a:schemeClr val="dk1"/>
              </a:solidFill>
              <a:prstDash val="solid"/>
              <a:round/>
              <a:headEnd len="sm" w="sm" type="none"/>
              <a:tailEnd len="sm" w="sm" type="none"/>
            </a:ln>
          </p:spPr>
        </p:pic>
        <p:pic>
          <p:nvPicPr>
            <p:cNvPr id="120" name="Google Shape;120;g1d92f8d2e2a_0_8"/>
            <p:cNvPicPr preferRelativeResize="0"/>
            <p:nvPr/>
          </p:nvPicPr>
          <p:blipFill rotWithShape="1">
            <a:blip r:embed="rId8">
              <a:alphaModFix/>
            </a:blip>
            <a:srcRect b="0" l="0" r="0" t="0"/>
            <a:stretch/>
          </p:blipFill>
          <p:spPr>
            <a:xfrm>
              <a:off x="4208463" y="3297521"/>
              <a:ext cx="3014449" cy="2728720"/>
            </a:xfrm>
            <a:prstGeom prst="rect">
              <a:avLst/>
            </a:prstGeom>
            <a:noFill/>
            <a:ln cap="flat" cmpd="sng" w="38100">
              <a:solidFill>
                <a:schemeClr val="dk1"/>
              </a:solidFill>
              <a:prstDash val="solid"/>
              <a:round/>
              <a:headEnd len="sm" w="sm" type="none"/>
              <a:tailEnd len="sm" w="sm" type="none"/>
            </a:ln>
          </p:spPr>
        </p:pic>
        <p:pic>
          <p:nvPicPr>
            <p:cNvPr id="121" name="Google Shape;121;g1d92f8d2e2a_0_8"/>
            <p:cNvPicPr preferRelativeResize="0"/>
            <p:nvPr/>
          </p:nvPicPr>
          <p:blipFill rotWithShape="1">
            <a:blip r:embed="rId9">
              <a:alphaModFix/>
            </a:blip>
            <a:srcRect b="0" l="0" r="0" t="0"/>
            <a:stretch/>
          </p:blipFill>
          <p:spPr>
            <a:xfrm>
              <a:off x="5494270" y="3894870"/>
              <a:ext cx="2853899" cy="2618376"/>
            </a:xfrm>
            <a:prstGeom prst="rect">
              <a:avLst/>
            </a:prstGeom>
            <a:noFill/>
            <a:ln cap="flat" cmpd="sng" w="38100">
              <a:solidFill>
                <a:schemeClr val="dk1"/>
              </a:solidFill>
              <a:prstDash val="solid"/>
              <a:round/>
              <a:headEnd len="sm" w="sm" type="none"/>
              <a:tailEnd len="sm" w="sm" type="none"/>
            </a:ln>
          </p:spPr>
        </p:pic>
        <p:pic>
          <p:nvPicPr>
            <p:cNvPr id="122" name="Google Shape;122;g1d92f8d2e2a_0_8"/>
            <p:cNvPicPr preferRelativeResize="0"/>
            <p:nvPr/>
          </p:nvPicPr>
          <p:blipFill rotWithShape="1">
            <a:blip r:embed="rId10">
              <a:alphaModFix/>
            </a:blip>
            <a:srcRect b="0" l="0" r="0" t="0"/>
            <a:stretch/>
          </p:blipFill>
          <p:spPr>
            <a:xfrm>
              <a:off x="6818078" y="4258695"/>
              <a:ext cx="2853899" cy="2599315"/>
            </a:xfrm>
            <a:prstGeom prst="rect">
              <a:avLst/>
            </a:prstGeom>
            <a:noFill/>
            <a:ln cap="flat" cmpd="sng" w="38100">
              <a:solidFill>
                <a:schemeClr val="dk1"/>
              </a:solidFill>
              <a:prstDash val="solid"/>
              <a:round/>
              <a:headEnd len="sm" w="sm" type="none"/>
              <a:tailEnd len="sm" w="sm" type="none"/>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ignier template">
  <a:themeElements>
    <a:clrScheme name="Custom 347">
      <a:dk1>
        <a:srgbClr val="413724"/>
      </a:dk1>
      <a:lt1>
        <a:srgbClr val="FFFFFF"/>
      </a:lt1>
      <a:dk2>
        <a:srgbClr val="E5DCCA"/>
      </a:dk2>
      <a:lt2>
        <a:srgbClr val="B0A491"/>
      </a:lt2>
      <a:accent1>
        <a:srgbClr val="FFDF94"/>
      </a:accent1>
      <a:accent2>
        <a:srgbClr val="E0B85D"/>
      </a:accent2>
      <a:accent3>
        <a:srgbClr val="CF9472"/>
      </a:accent3>
      <a:accent4>
        <a:srgbClr val="799B93"/>
      </a:accent4>
      <a:accent5>
        <a:srgbClr val="B4C0CC"/>
      </a:accent5>
      <a:accent6>
        <a:srgbClr val="95AECD"/>
      </a:accent6>
      <a:hlink>
        <a:srgbClr val="7A674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2021-06-15T01:56:02Z</dcterms:created>
  <dc:creator>Glen, Alex (Blackwood High School)</dc:creator>
</cp:coreProperties>
</file>