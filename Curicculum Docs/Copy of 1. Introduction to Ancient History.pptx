
<file path=[Content_Types].xml><?xml version="1.0" encoding="utf-8"?>
<Types xmlns="http://schemas.openxmlformats.org/package/2006/content-types">
  <Default ContentType="application/x-fontdata" Extension="fntdata"/>
  <Default ContentType="image/jpeg" Extension="jpg"/>
  <Default ContentType="image/png" Extension="png"/>
  <Default ContentType="application/vnd.openxmlformats-package.relationships+xml" Extension="rels"/>
  <Default ContentType="application/xml" Extension="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presProps+xml" PartName="/ppt/presProps.xml"/>
  <Override ContentType="application/vnd.openxmlformats-officedocument.presentationml.presentation.main+xml" PartName="/ppt/presentation.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theme+xml" PartName="/ppt/theme/theme1.xml"/>
  <Override ContentType="application/vnd.openxmlformats-officedocument.theme+xml" PartName="/ppt/theme/theme2.xml"/>
  <Override ContentType="application/vnd.openxmlformats-package.core-properties+xml" PartName="/docProps/core.xml"/>
</Types>
</file>

<file path=_rels/.rels><?xml version="1.0" encoding="UTF-8" standalone="yes"?><Relationships xmlns="http://schemas.openxmlformats.org/package/2006/relationships"><Relationship Id="rId2" Target="ppt/presentation.xml" Type="http://schemas.openxmlformats.org/officeDocument/2006/relationships/officeDocument"/><Relationship Id="rId1"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aveSubsetFonts="1" strictFirstAndLastChars="0">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Lst>
  <p:sldSz cx="12192000" cy="6858000"/>
  <p:notesSz cx="6858000" cy="9144000"/>
  <p:embeddedFontLst>
    <p:embeddedFont>
      <p:font typeface="Frank Ruhl Libre"/>
      <p:regular r:id="rId12"/>
      <p:bold r:id="rId13"/>
    </p:embeddedFont>
    <p:embeddedFont>
      <p:font typeface="EB Garamond"/>
      <p:regular r:id="rId14"/>
      <p:bold r:id="rId15"/>
      <p:italic r:id="rId16"/>
      <p:boldItalic r:id="rId17"/>
    </p:embeddedFont>
    <p:embeddedFont>
      <p:font typeface="Marcellus SC"/>
      <p:regular r:id="rId18"/>
    </p:embeddedFont>
  </p:embeddedFontLst>
  <p:defaultTex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defaultTextStyle>
  <p:extLst>
    <p:ext uri="http://customooxmlschemas.google.com/">
      <go:slidesCustomData xmlns:go="http://customooxmlschemas.google.com/" r:id="rId19" roundtripDataSignature="AMtx7miu7z7Qd5exupn02VZ+glAoRO2B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9" Target="metadata" Type="http://customschemas.google.com/relationships/presentationmetadata"/><Relationship Id="rId18" Target="fonts/MarcellusSC-regular.fntdata" Type="http://schemas.openxmlformats.org/officeDocument/2006/relationships/font"/><Relationship Id="rId17" Target="fonts/EBGaramond-boldItalic.fntdata" Type="http://schemas.openxmlformats.org/officeDocument/2006/relationships/font"/><Relationship Id="rId16" Target="fonts/EBGaramond-italic.fntdata" Type="http://schemas.openxmlformats.org/officeDocument/2006/relationships/font"/><Relationship Id="rId15" Target="fonts/EBGaramond-bold.fntdata" Type="http://schemas.openxmlformats.org/officeDocument/2006/relationships/font"/><Relationship Id="rId14" Target="fonts/EBGaramond-regular.fntdata" Type="http://schemas.openxmlformats.org/officeDocument/2006/relationships/font"/><Relationship Id="rId13" Target="fonts/FrankRuhlLibre-bold.fntdata" Type="http://schemas.openxmlformats.org/officeDocument/2006/relationships/font"/><Relationship Id="rId12" Target="fonts/FrankRuhlLibre-regular.fntdata" Type="http://schemas.openxmlformats.org/officeDocument/2006/relationships/font"/><Relationship Id="rId11" Target="slides/slide7.xml" Type="http://schemas.openxmlformats.org/officeDocument/2006/relationships/slide"/><Relationship Id="rId10" Target="slides/slide6.xml" Type="http://schemas.openxmlformats.org/officeDocument/2006/relationships/slide"/><Relationship Id="rId9" Target="slides/slide5.xml" Type="http://schemas.openxmlformats.org/officeDocument/2006/relationships/slide"/><Relationship Id="rId8" Target="slides/slide4.xml" Type="http://schemas.openxmlformats.org/officeDocument/2006/relationships/slide"/><Relationship Id="rId7" Target="slides/slide3.xml" Type="http://schemas.openxmlformats.org/officeDocument/2006/relationships/slide"/><Relationship Id="rId6" Target="slides/slide2.xml" Type="http://schemas.openxmlformats.org/officeDocument/2006/relationships/slide"/><Relationship Id="rId5" Target="slides/slide1.xml" Type="http://schemas.openxmlformats.org/officeDocument/2006/relationships/slide"/><Relationship Id="rId4" Target="notesMasters/notesMaster1.xml" Type="http://schemas.openxmlformats.org/officeDocument/2006/relationships/notesMaster"/><Relationship Id="rId3" Target="slideMasters/slideMaster1.xml" Type="http://schemas.openxmlformats.org/officeDocument/2006/relationships/slideMaster"/><Relationship Id="rId2" Target="presProps.xml" Type="http://schemas.openxmlformats.org/officeDocument/2006/relationships/presProps"/><Relationship Id="rId1" Target="theme/theme1.xml" Type="http://schemas.openxmlformats.org/officeDocument/2006/relationships/theme"/></Relationships>
</file>

<file path=ppt/notesMasters/_rels/notesMaster1.xml.rels><?xml version="1.0" encoding="UTF-8" standalone="yes"?><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4" name="Google Shape;4;n"/>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lvl1pPr algn="l" indent="-298450" lvl="0" marL="4572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1pPr>
            <a:lvl2pPr algn="l" indent="-298450" lvl="1" marL="9144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2pPr>
            <a:lvl3pPr algn="l" indent="-298450" lvl="2" marL="13716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3pPr>
            <a:lvl4pPr algn="l" indent="-298450" lvl="3" marL="18288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4pPr>
            <a:lvl5pPr algn="l" indent="-298450" lvl="4" marL="22860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5pPr>
            <a:lvl6pPr algn="l" indent="-298450" lvl="5" marL="27432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6pPr>
            <a:lvl7pPr algn="l" indent="-298450" lvl="6" marL="32004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7pPr>
            <a:lvl8pPr algn="l" indent="-298450" lvl="7" marL="36576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8pPr>
            <a:lvl9pPr algn="l" indent="-298450" lvl="8" marL="41148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folHlink="folHlink" hlink="hlink" tx1="dk1" tx2="lt2"/>
  <p:notes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2.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3.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4.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5.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6.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7.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7: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
        <p:nvSpPr>
          <p:cNvPr id="60" name="Google Shape;60;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102b9fa285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74" name="Google Shape;74;g102b9fa285c_0_0: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9545aa8c6d_0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81" name="Google Shape;81;g19545aa8c6d_0_55: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9ee4527f21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9ee4527f21_0_7:notes"/>
          <p:cNvSpPr txBox="1"/>
          <p:nvPr>
            <p:ph idx="1" type="body"/>
          </p:nvPr>
        </p:nvSpPr>
        <p:spPr>
          <a:xfrm>
            <a:off x="685800" y="4343400"/>
            <a:ext cx="5486400" cy="4114800"/>
          </a:xfrm>
          <a:prstGeom prst="rect">
            <a:avLst/>
          </a:prstGeom>
        </p:spPr>
        <p:txBody>
          <a:bodyPr anchor="t" anchorCtr="0" bIns="91425" lIns="91425" numCol="1" rIns="91425" spcFirstLastPara="1" tIns="91425" wrap="square">
            <a:noAutofit/>
          </a:bodyPr>
          <a:lstStyle/>
          <a:p>
            <a:pPr algn="l" indent="0" lvl="0" marL="0" rtl="0">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19ee4527f21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19ee4527f21_0_18:notes"/>
          <p:cNvSpPr txBox="1"/>
          <p:nvPr>
            <p:ph idx="1" type="body"/>
          </p:nvPr>
        </p:nvSpPr>
        <p:spPr>
          <a:xfrm>
            <a:off x="685800" y="4343400"/>
            <a:ext cx="5486400" cy="4114800"/>
          </a:xfrm>
          <a:prstGeom prst="rect">
            <a:avLst/>
          </a:prstGeom>
        </p:spPr>
        <p:txBody>
          <a:bodyPr anchor="t" anchorCtr="0" bIns="91425" lIns="91425" numCol="1" rIns="91425" spcFirstLastPara="1" tIns="91425" wrap="square">
            <a:noAutofit/>
          </a:bodyPr>
          <a:lstStyle/>
          <a:p>
            <a:pPr algn="l" indent="0" lvl="0" marL="0" rtl="0">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105" name="Google Shape;105;p30: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158750" rtl="0">
              <a:lnSpc>
                <a:spcPct val="100000"/>
              </a:lnSpc>
              <a:spcBef>
                <a:spcPts val="0"/>
              </a:spcBef>
              <a:spcAft>
                <a:spcPts val="0"/>
              </a:spcAft>
              <a:buSzPts val="1100"/>
              <a:buNone/>
            </a:pPr>
            <a:r>
              <a:rPr altLang="en-AU" lang="en-AU">
                <a:latin typeface="Calibri"/>
                <a:ea typeface="Calibri"/>
                <a:cs typeface="Calibri"/>
                <a:sym typeface="Calibri"/>
              </a:rPr>
              <a:t>Discuss that we understand history and what happened in the past by evidence and artefacts. </a:t>
            </a:r>
            <a:endParaRPr>
              <a:latin typeface="Calibri"/>
              <a:ea typeface="Calibri"/>
              <a:cs typeface="Calibri"/>
              <a:sym typeface="Calibri"/>
            </a:endParaRPr>
          </a:p>
          <a:p>
            <a:pPr algn="l" indent="0" lvl="0" marL="158750" rtl="0">
              <a:lnSpc>
                <a:spcPct val="100000"/>
              </a:lnSpc>
              <a:spcBef>
                <a:spcPts val="0"/>
              </a:spcBef>
              <a:spcAft>
                <a:spcPts val="0"/>
              </a:spcAft>
              <a:buSzPts val="1100"/>
              <a:buNone/>
            </a:pPr>
            <a:r>
              <a:rPr altLang="en-AU" lang="en-AU">
                <a:latin typeface="Calibri"/>
                <a:ea typeface="Calibri"/>
                <a:cs typeface="Calibri"/>
                <a:sym typeface="Calibri"/>
              </a:rPr>
              <a:t>This allows us to understand how people once lived and how this links to how the world is what it is today.</a:t>
            </a:r>
            <a:endParaRPr>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9ee4527f21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9ee4527f21_0_27:notes"/>
          <p:cNvSpPr txBox="1"/>
          <p:nvPr>
            <p:ph idx="1" type="body"/>
          </p:nvPr>
        </p:nvSpPr>
        <p:spPr>
          <a:xfrm>
            <a:off x="685800" y="4343400"/>
            <a:ext cx="5486400" cy="4114800"/>
          </a:xfrm>
          <a:prstGeom prst="rect">
            <a:avLst/>
          </a:prstGeom>
        </p:spPr>
        <p:txBody>
          <a:bodyPr anchor="t" anchorCtr="0" bIns="91425" lIns="91425" numCol="1" rIns="91425" spcFirstLastPara="1" tIns="91425" wrap="square">
            <a:noAutofit/>
          </a:bodyPr>
          <a:lstStyle/>
          <a:p>
            <a:pPr algn="l" indent="0" lvl="0" marL="0" rtl="0">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2" Target="../media/image7.jpg" Type="http://schemas.openxmlformats.org/officeDocument/2006/relationships/image"/><Relationship Id="rId1" Target="../slideMasters/slideMaster1.xml" Type="http://schemas.openxmlformats.org/officeDocument/2006/relationships/slideMaster"/></Relationships>
</file>

<file path=ppt/slideLayouts/_rels/slideLayout2.xml.rels><?xml version="1.0" encoding="UTF-8" standalone="yes"?><Relationships xmlns="http://schemas.openxmlformats.org/package/2006/relationships"><Relationship Id="rId2" Target="../media/image9.jpg" Type="http://schemas.openxmlformats.org/officeDocument/2006/relationships/image"/><Relationship Id="rId1" Target="../slideMasters/slideMaster1.xml" Type="http://schemas.openxmlformats.org/officeDocument/2006/relationships/slideMaster"/></Relationships>
</file>

<file path=ppt/slideLayouts/_rels/slideLayout3.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<Relationships xmlns="http://schemas.openxmlformats.org/package/2006/relationships"><Relationship Id="rId2" Target="../media/image3.png" Type="http://schemas.openxmlformats.org/officeDocument/2006/relationships/image"/><Relationship Id="rId1" Target="../slideMasters/slideMaster1.xml" Type="http://schemas.openxmlformats.org/officeDocument/2006/relationships/slideMaster"/></Relationships>
</file>

<file path=ppt/slideLayouts/_rels/slideLayout1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g19545aa8c6d_0_4"/>
          <p:cNvSpPr txBox="1"/>
          <p:nvPr>
            <p:ph type="ctrTitle"/>
          </p:nvPr>
        </p:nvSpPr>
        <p:spPr>
          <a:xfrm>
            <a:off x="1223300" y="2655767"/>
            <a:ext cx="6798000" cy="1546500"/>
          </a:xfrm>
          <a:prstGeom prst="rect">
            <a:avLst/>
          </a:prstGeom>
        </p:spPr>
        <p:txBody>
          <a:bodyPr anchor="ctr" anchorCtr="0" bIns="0" lIns="0" numCol="1" rIns="0" spcFirstLastPara="1" tIns="0" wrap="square">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g19545aa8c6d_0_6"/>
          <p:cNvSpPr txBox="1"/>
          <p:nvPr>
            <p:ph type="ctrTitle"/>
          </p:nvPr>
        </p:nvSpPr>
        <p:spPr>
          <a:xfrm>
            <a:off x="1223300" y="2111133"/>
            <a:ext cx="6798000" cy="1546500"/>
          </a:xfrm>
          <a:prstGeom prst="rect">
            <a:avLst/>
          </a:prstGeom>
        </p:spPr>
        <p:txBody>
          <a:bodyPr anchor="b" anchorCtr="0" bIns="0" lIns="0" numCol="1" rIns="0" spcFirstLastPara="1" tIns="0" wrap="square">
            <a:noAutofit/>
          </a:bodyPr>
          <a:lstStyle>
            <a:lvl1pPr lvl="0" rtl="0">
              <a:spcBef>
                <a:spcPts val="0"/>
              </a:spcBef>
              <a:spcAft>
                <a:spcPts val="0"/>
              </a:spcAft>
              <a:buSzPts val="5300"/>
              <a:buNone/>
              <a:defRPr sz="5300"/>
            </a:lvl1pPr>
            <a:lvl2pPr lvl="1" rtl="0">
              <a:spcBef>
                <a:spcPts val="0"/>
              </a:spcBef>
              <a:spcAft>
                <a:spcPts val="0"/>
              </a:spcAft>
              <a:buSzPts val="5300"/>
              <a:buNone/>
              <a:defRPr sz="5300"/>
            </a:lvl2pPr>
            <a:lvl3pPr lvl="2" rtl="0">
              <a:spcBef>
                <a:spcPts val="0"/>
              </a:spcBef>
              <a:spcAft>
                <a:spcPts val="0"/>
              </a:spcAft>
              <a:buSzPts val="5300"/>
              <a:buNone/>
              <a:defRPr sz="5300"/>
            </a:lvl3pPr>
            <a:lvl4pPr lvl="3" rtl="0">
              <a:spcBef>
                <a:spcPts val="0"/>
              </a:spcBef>
              <a:spcAft>
                <a:spcPts val="0"/>
              </a:spcAft>
              <a:buSzPts val="5300"/>
              <a:buNone/>
              <a:defRPr sz="5300"/>
            </a:lvl4pPr>
            <a:lvl5pPr lvl="4" rtl="0">
              <a:spcBef>
                <a:spcPts val="0"/>
              </a:spcBef>
              <a:spcAft>
                <a:spcPts val="0"/>
              </a:spcAft>
              <a:buSzPts val="5300"/>
              <a:buNone/>
              <a:defRPr sz="5300"/>
            </a:lvl5pPr>
            <a:lvl6pPr lvl="5" rtl="0">
              <a:spcBef>
                <a:spcPts val="0"/>
              </a:spcBef>
              <a:spcAft>
                <a:spcPts val="0"/>
              </a:spcAft>
              <a:buSzPts val="5300"/>
              <a:buNone/>
              <a:defRPr sz="5300"/>
            </a:lvl6pPr>
            <a:lvl7pPr lvl="6" rtl="0">
              <a:spcBef>
                <a:spcPts val="0"/>
              </a:spcBef>
              <a:spcAft>
                <a:spcPts val="0"/>
              </a:spcAft>
              <a:buSzPts val="5300"/>
              <a:buNone/>
              <a:defRPr sz="5300"/>
            </a:lvl7pPr>
            <a:lvl8pPr lvl="7" rtl="0">
              <a:spcBef>
                <a:spcPts val="0"/>
              </a:spcBef>
              <a:spcAft>
                <a:spcPts val="0"/>
              </a:spcAft>
              <a:buSzPts val="5300"/>
              <a:buNone/>
              <a:defRPr sz="5300"/>
            </a:lvl8pPr>
            <a:lvl9pPr lvl="8" rtl="0">
              <a:spcBef>
                <a:spcPts val="0"/>
              </a:spcBef>
              <a:spcAft>
                <a:spcPts val="0"/>
              </a:spcAft>
              <a:buSzPts val="5300"/>
              <a:buNone/>
              <a:defRPr sz="5300"/>
            </a:lvl9pPr>
          </a:lstStyle>
          <a:p/>
        </p:txBody>
      </p:sp>
      <p:sp>
        <p:nvSpPr>
          <p:cNvPr id="13" name="Google Shape;13;g19545aa8c6d_0_6"/>
          <p:cNvSpPr txBox="1"/>
          <p:nvPr>
            <p:ph idx="1" type="subTitle"/>
          </p:nvPr>
        </p:nvSpPr>
        <p:spPr>
          <a:xfrm>
            <a:off x="1223300" y="3786736"/>
            <a:ext cx="6798000" cy="1046400"/>
          </a:xfrm>
          <a:prstGeom prst="rect">
            <a:avLst/>
          </a:prstGeom>
        </p:spPr>
        <p:txBody>
          <a:bodyPr anchor="t" anchorCtr="0" bIns="0" lIns="0" numCol="1" rIns="0" spcFirstLastPara="1" tIns="0" wrap="square">
            <a:noAutofit/>
          </a:bodyPr>
          <a:lstStyle>
            <a:lvl1pPr lvl="0" rtl="0">
              <a:spcBef>
                <a:spcPts val="0"/>
              </a:spcBef>
              <a:spcAft>
                <a:spcPts val="0"/>
              </a:spcAft>
              <a:buClr>
                <a:schemeClr val="accent3"/>
              </a:buClr>
              <a:buSzPts val="3200"/>
              <a:buNone/>
              <a:defRPr>
                <a:solidFill>
                  <a:schemeClr val="accent3"/>
                </a:solidFill>
              </a:defRPr>
            </a:lvl1pPr>
            <a:lvl2pPr lvl="1" rtl="0">
              <a:spcBef>
                <a:spcPts val="0"/>
              </a:spcBef>
              <a:spcAft>
                <a:spcPts val="0"/>
              </a:spcAft>
              <a:buClr>
                <a:schemeClr val="accent3"/>
              </a:buClr>
              <a:buSzPts val="4000"/>
              <a:buNone/>
              <a:defRPr sz="4000">
                <a:solidFill>
                  <a:schemeClr val="accent3"/>
                </a:solidFill>
              </a:defRPr>
            </a:lvl2pPr>
            <a:lvl3pPr lvl="2" rtl="0">
              <a:spcBef>
                <a:spcPts val="0"/>
              </a:spcBef>
              <a:spcAft>
                <a:spcPts val="0"/>
              </a:spcAft>
              <a:buClr>
                <a:schemeClr val="accent3"/>
              </a:buClr>
              <a:buSzPts val="4000"/>
              <a:buNone/>
              <a:defRPr sz="4000">
                <a:solidFill>
                  <a:schemeClr val="accent3"/>
                </a:solidFill>
              </a:defRPr>
            </a:lvl3pPr>
            <a:lvl4pPr lvl="3" rtl="0">
              <a:spcBef>
                <a:spcPts val="0"/>
              </a:spcBef>
              <a:spcAft>
                <a:spcPts val="0"/>
              </a:spcAft>
              <a:buClr>
                <a:schemeClr val="accent3"/>
              </a:buClr>
              <a:buSzPts val="4000"/>
              <a:buNone/>
              <a:defRPr sz="4000">
                <a:solidFill>
                  <a:schemeClr val="accent3"/>
                </a:solidFill>
              </a:defRPr>
            </a:lvl4pPr>
            <a:lvl5pPr lvl="4" rtl="0">
              <a:spcBef>
                <a:spcPts val="0"/>
              </a:spcBef>
              <a:spcAft>
                <a:spcPts val="0"/>
              </a:spcAft>
              <a:buClr>
                <a:schemeClr val="accent3"/>
              </a:buClr>
              <a:buSzPts val="4000"/>
              <a:buNone/>
              <a:defRPr sz="4000">
                <a:solidFill>
                  <a:schemeClr val="accent3"/>
                </a:solidFill>
              </a:defRPr>
            </a:lvl5pPr>
            <a:lvl6pPr lvl="5" rtl="0">
              <a:spcBef>
                <a:spcPts val="0"/>
              </a:spcBef>
              <a:spcAft>
                <a:spcPts val="0"/>
              </a:spcAft>
              <a:buClr>
                <a:schemeClr val="accent3"/>
              </a:buClr>
              <a:buSzPts val="4000"/>
              <a:buNone/>
              <a:defRPr sz="4000">
                <a:solidFill>
                  <a:schemeClr val="accent3"/>
                </a:solidFill>
              </a:defRPr>
            </a:lvl6pPr>
            <a:lvl7pPr lvl="6" rtl="0">
              <a:spcBef>
                <a:spcPts val="0"/>
              </a:spcBef>
              <a:spcAft>
                <a:spcPts val="0"/>
              </a:spcAft>
              <a:buClr>
                <a:schemeClr val="accent3"/>
              </a:buClr>
              <a:buSzPts val="4000"/>
              <a:buNone/>
              <a:defRPr sz="4000">
                <a:solidFill>
                  <a:schemeClr val="accent3"/>
                </a:solidFill>
              </a:defRPr>
            </a:lvl7pPr>
            <a:lvl8pPr lvl="7" rtl="0">
              <a:spcBef>
                <a:spcPts val="0"/>
              </a:spcBef>
              <a:spcAft>
                <a:spcPts val="0"/>
              </a:spcAft>
              <a:buClr>
                <a:schemeClr val="accent3"/>
              </a:buClr>
              <a:buSzPts val="4000"/>
              <a:buNone/>
              <a:defRPr sz="4000">
                <a:solidFill>
                  <a:schemeClr val="accent3"/>
                </a:solidFill>
              </a:defRPr>
            </a:lvl8pPr>
            <a:lvl9pPr lvl="8" rtl="0">
              <a:spcBef>
                <a:spcPts val="0"/>
              </a:spcBef>
              <a:spcAft>
                <a:spcPts val="0"/>
              </a:spcAft>
              <a:buClr>
                <a:schemeClr val="accent3"/>
              </a:buClr>
              <a:buSzPts val="4000"/>
              <a:buNone/>
              <a:defRPr sz="4000">
                <a:solidFill>
                  <a:schemeClr val="accent3"/>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14" name="Shape 14"/>
        <p:cNvGrpSpPr/>
        <p:nvPr/>
      </p:nvGrpSpPr>
      <p:grpSpPr>
        <a:xfrm>
          <a:off x="0" y="0"/>
          <a:ext cx="0" cy="0"/>
          <a:chOff x="0" y="0"/>
          <a:chExt cx="0" cy="0"/>
        </a:xfrm>
      </p:grpSpPr>
      <p:sp>
        <p:nvSpPr>
          <p:cNvPr id="15" name="Google Shape;15;g19545aa8c6d_0_9"/>
          <p:cNvSpPr txBox="1"/>
          <p:nvPr>
            <p:ph idx="1" type="body"/>
          </p:nvPr>
        </p:nvSpPr>
        <p:spPr>
          <a:xfrm>
            <a:off x="1753867" y="1307067"/>
            <a:ext cx="5676300" cy="4295700"/>
          </a:xfrm>
          <a:prstGeom prst="rect">
            <a:avLst/>
          </a:prstGeom>
        </p:spPr>
        <p:txBody>
          <a:bodyPr anchor="t" anchorCtr="0" bIns="0" lIns="0" numCol="1" rIns="0" spcFirstLastPara="1" tIns="0" wrap="square">
            <a:noAutofit/>
          </a:bodyPr>
          <a:lstStyle>
            <a:lvl1pPr indent="-501650" lvl="0" marL="457200" rtl="0">
              <a:spcBef>
                <a:spcPts val="800"/>
              </a:spcBef>
              <a:spcAft>
                <a:spcPts val="0"/>
              </a:spcAft>
              <a:buSzPts val="4300"/>
              <a:buChar char="⬗"/>
              <a:defRPr i="1" sz="4300"/>
            </a:lvl1pPr>
            <a:lvl2pPr indent="-501650" lvl="1" marL="914400" rtl="0">
              <a:spcBef>
                <a:spcPts val="0"/>
              </a:spcBef>
              <a:spcAft>
                <a:spcPts val="0"/>
              </a:spcAft>
              <a:buSzPts val="4300"/>
              <a:buChar char="⬗"/>
              <a:defRPr i="1" sz="4300"/>
            </a:lvl2pPr>
            <a:lvl3pPr indent="-501650" lvl="2" marL="1371600" rtl="0">
              <a:spcBef>
                <a:spcPts val="0"/>
              </a:spcBef>
              <a:spcAft>
                <a:spcPts val="0"/>
              </a:spcAft>
              <a:buSzPts val="4300"/>
              <a:buChar char="⬗"/>
              <a:defRPr i="1" sz="4300"/>
            </a:lvl3pPr>
            <a:lvl4pPr indent="-501650" lvl="3" marL="1828800" rtl="0">
              <a:spcBef>
                <a:spcPts val="0"/>
              </a:spcBef>
              <a:spcAft>
                <a:spcPts val="0"/>
              </a:spcAft>
              <a:buSzPts val="4300"/>
              <a:buChar char="●"/>
              <a:defRPr i="1" sz="4300"/>
            </a:lvl4pPr>
            <a:lvl5pPr indent="-501650" lvl="4" marL="2286000" rtl="0">
              <a:spcBef>
                <a:spcPts val="0"/>
              </a:spcBef>
              <a:spcAft>
                <a:spcPts val="0"/>
              </a:spcAft>
              <a:buSzPts val="4300"/>
              <a:buChar char="○"/>
              <a:defRPr i="1" sz="4300"/>
            </a:lvl5pPr>
            <a:lvl6pPr indent="-501650" lvl="5" marL="2743200" rtl="0">
              <a:spcBef>
                <a:spcPts val="0"/>
              </a:spcBef>
              <a:spcAft>
                <a:spcPts val="0"/>
              </a:spcAft>
              <a:buSzPts val="4300"/>
              <a:buChar char="■"/>
              <a:defRPr i="1" sz="4300"/>
            </a:lvl6pPr>
            <a:lvl7pPr indent="-501650" lvl="6" marL="3200400" rtl="0">
              <a:spcBef>
                <a:spcPts val="0"/>
              </a:spcBef>
              <a:spcAft>
                <a:spcPts val="0"/>
              </a:spcAft>
              <a:buSzPts val="4300"/>
              <a:buChar char="●"/>
              <a:defRPr i="1" sz="4300"/>
            </a:lvl7pPr>
            <a:lvl8pPr indent="-501650" lvl="7" marL="3657600" rtl="0">
              <a:spcBef>
                <a:spcPts val="0"/>
              </a:spcBef>
              <a:spcAft>
                <a:spcPts val="0"/>
              </a:spcAft>
              <a:buSzPts val="4300"/>
              <a:buChar char="○"/>
              <a:defRPr i="1" sz="4300"/>
            </a:lvl8pPr>
            <a:lvl9pPr indent="-501650" lvl="8" marL="4114800">
              <a:spcBef>
                <a:spcPts val="0"/>
              </a:spcBef>
              <a:spcAft>
                <a:spcPts val="0"/>
              </a:spcAft>
              <a:buSzPts val="4300"/>
              <a:buChar char="■"/>
              <a:defRPr i="1" sz="4300"/>
            </a:lvl9pPr>
          </a:lstStyle>
          <a:p/>
        </p:txBody>
      </p:sp>
      <p:sp>
        <p:nvSpPr>
          <p:cNvPr id="16" name="Google Shape;16;g19545aa8c6d_0_9"/>
          <p:cNvSpPr txBox="1"/>
          <p:nvPr/>
        </p:nvSpPr>
        <p:spPr>
          <a:xfrm>
            <a:off x="1089867" y="940225"/>
            <a:ext cx="2609700" cy="871500"/>
          </a:xfrm>
          <a:prstGeom prst="rect">
            <a:avLst/>
          </a:prstGeom>
          <a:noFill/>
          <a:ln>
            <a:noFill/>
          </a:ln>
        </p:spPr>
        <p:txBody>
          <a:bodyPr anchor="t" anchorCtr="0" bIns="0" lIns="0" numCol="1" rIns="0" spcFirstLastPara="1" tIns="0" wrap="square">
            <a:noAutofit/>
          </a:bodyPr>
          <a:lstStyle/>
          <a:p>
            <a:pPr algn="l" indent="0" lvl="0" marL="0" rtl="0">
              <a:spcBef>
                <a:spcPts val="0"/>
              </a:spcBef>
              <a:spcAft>
                <a:spcPts val="0"/>
              </a:spcAft>
              <a:buNone/>
            </a:pPr>
            <a:r>
              <a:rPr altLang="en-AU" lang="en-AU" sz="12800">
                <a:solidFill>
                  <a:schemeClr val="lt2"/>
                </a:solidFill>
                <a:latin typeface="Marcellus SC"/>
                <a:ea typeface="Marcellus SC"/>
                <a:cs typeface="Marcellus SC"/>
                <a:sym typeface="Marcellus SC"/>
              </a:rPr>
              <a:t>“</a:t>
            </a:r>
            <a:endParaRPr sz="12800">
              <a:solidFill>
                <a:schemeClr val="lt2"/>
              </a:solidFill>
              <a:latin typeface="Marcellus SC"/>
              <a:ea typeface="Marcellus SC"/>
              <a:cs typeface="Marcellus SC"/>
              <a:sym typeface="Marcellus SC"/>
            </a:endParaRPr>
          </a:p>
        </p:txBody>
      </p:sp>
      <p:sp>
        <p:nvSpPr>
          <p:cNvPr id="17" name="Google Shape;17;g19545aa8c6d_0_9"/>
          <p:cNvSpPr txBox="1"/>
          <p:nvPr>
            <p:ph idx="12" type="sldNum"/>
          </p:nvPr>
        </p:nvSpPr>
        <p:spPr>
          <a:xfrm>
            <a:off x="361067" y="6510600"/>
            <a:ext cx="11486100" cy="347100"/>
          </a:xfrm>
          <a:prstGeom prst="rect">
            <a:avLst/>
          </a:prstGeom>
        </p:spPr>
        <p:txBody>
          <a:bodyPr anchor="ctr" anchorCtr="0" bIns="0" lIns="0" numCol="1" rIns="0" spcFirstLastPara="1" tIns="0" wrap="square">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l" indent="0" lvl="0" marL="0" rtl="0">
              <a:spcBef>
                <a:spcPts val="0"/>
              </a:spcBef>
              <a:spcAft>
                <a:spcPts val="0"/>
              </a:spcAft>
              <a:buNone/>
            </a:pPr>
            <a:fld id="{00000000-1234-1234-1234-123412341234}" type="slidenum">
              <a:rPr altLang="en-AU" lang="en-A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18" name="Shape 18"/>
        <p:cNvGrpSpPr/>
        <p:nvPr/>
      </p:nvGrpSpPr>
      <p:grpSpPr>
        <a:xfrm>
          <a:off x="0" y="0"/>
          <a:ext cx="0" cy="0"/>
          <a:chOff x="0" y="0"/>
          <a:chExt cx="0" cy="0"/>
        </a:xfrm>
      </p:grpSpPr>
      <p:sp>
        <p:nvSpPr>
          <p:cNvPr id="19" name="Google Shape;19;g19545aa8c6d_0_13"/>
          <p:cNvSpPr txBox="1"/>
          <p:nvPr>
            <p:ph type="title"/>
          </p:nvPr>
        </p:nvSpPr>
        <p:spPr>
          <a:xfrm>
            <a:off x="730700" y="574700"/>
            <a:ext cx="7347900" cy="1034100"/>
          </a:xfrm>
          <a:prstGeom prst="rect">
            <a:avLst/>
          </a:prstGeom>
        </p:spPr>
        <p:txBody>
          <a:bodyPr anchor="b" anchorCtr="0" bIns="0" lIns="0" numCol="1" rIns="0" spcFirstLastPara="1" tIns="0" wrap="square">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0" name="Google Shape;20;g19545aa8c6d_0_13"/>
          <p:cNvSpPr txBox="1"/>
          <p:nvPr>
            <p:ph idx="1" type="body"/>
          </p:nvPr>
        </p:nvSpPr>
        <p:spPr>
          <a:xfrm>
            <a:off x="730700" y="1880100"/>
            <a:ext cx="7347900" cy="4281600"/>
          </a:xfrm>
          <a:prstGeom prst="rect">
            <a:avLst/>
          </a:prstGeom>
        </p:spPr>
        <p:txBody>
          <a:bodyPr anchor="t" anchorCtr="0" bIns="0" lIns="0" numCol="1" rIns="0" spcFirstLastPara="1" tIns="0" wrap="square">
            <a:noAutofit/>
          </a:bodyPr>
          <a:lstStyle>
            <a:lvl1pPr indent="-431800" lvl="0" marL="457200">
              <a:spcBef>
                <a:spcPts val="800"/>
              </a:spcBef>
              <a:spcAft>
                <a:spcPts val="0"/>
              </a:spcAft>
              <a:buSzPts val="3200"/>
              <a:buChar char="⬗"/>
              <a:defRPr/>
            </a:lvl1pPr>
            <a:lvl2pPr indent="-431800" lvl="1" marL="914400">
              <a:spcBef>
                <a:spcPts val="0"/>
              </a:spcBef>
              <a:spcAft>
                <a:spcPts val="0"/>
              </a:spcAft>
              <a:buSzPts val="3200"/>
              <a:buChar char="⬗"/>
              <a:defRPr/>
            </a:lvl2pPr>
            <a:lvl3pPr indent="-431800" lvl="2" marL="1371600">
              <a:spcBef>
                <a:spcPts val="0"/>
              </a:spcBef>
              <a:spcAft>
                <a:spcPts val="0"/>
              </a:spcAft>
              <a:buSzPts val="3200"/>
              <a:buChar char="⬗"/>
              <a:defRPr/>
            </a:lvl3pPr>
            <a:lvl4pPr indent="-431800" lvl="3" marL="1828800">
              <a:spcBef>
                <a:spcPts val="0"/>
              </a:spcBef>
              <a:spcAft>
                <a:spcPts val="0"/>
              </a:spcAft>
              <a:buSzPts val="3200"/>
              <a:buChar char="●"/>
              <a:defRPr/>
            </a:lvl4pPr>
            <a:lvl5pPr indent="-431800" lvl="4" marL="2286000">
              <a:spcBef>
                <a:spcPts val="0"/>
              </a:spcBef>
              <a:spcAft>
                <a:spcPts val="0"/>
              </a:spcAft>
              <a:buSzPts val="3200"/>
              <a:buChar char="○"/>
              <a:defRPr/>
            </a:lvl5pPr>
            <a:lvl6pPr indent="-431800" lvl="5" marL="2743200">
              <a:spcBef>
                <a:spcPts val="0"/>
              </a:spcBef>
              <a:spcAft>
                <a:spcPts val="0"/>
              </a:spcAft>
              <a:buSzPts val="3200"/>
              <a:buChar char="■"/>
              <a:defRPr/>
            </a:lvl6pPr>
            <a:lvl7pPr indent="-431800" lvl="6" marL="3200400">
              <a:spcBef>
                <a:spcPts val="0"/>
              </a:spcBef>
              <a:spcAft>
                <a:spcPts val="0"/>
              </a:spcAft>
              <a:buSzPts val="3200"/>
              <a:buChar char="●"/>
              <a:defRPr/>
            </a:lvl7pPr>
            <a:lvl8pPr indent="-431800" lvl="7" marL="3657600">
              <a:spcBef>
                <a:spcPts val="0"/>
              </a:spcBef>
              <a:spcAft>
                <a:spcPts val="0"/>
              </a:spcAft>
              <a:buSzPts val="3200"/>
              <a:buChar char="○"/>
              <a:defRPr/>
            </a:lvl8pPr>
            <a:lvl9pPr indent="-431800" lvl="8" marL="4114800">
              <a:spcBef>
                <a:spcPts val="0"/>
              </a:spcBef>
              <a:spcAft>
                <a:spcPts val="0"/>
              </a:spcAft>
              <a:buSzPts val="3200"/>
              <a:buChar char="■"/>
              <a:defRPr/>
            </a:lvl9pPr>
          </a:lstStyle>
          <a:p/>
        </p:txBody>
      </p:sp>
      <p:sp>
        <p:nvSpPr>
          <p:cNvPr id="21" name="Google Shape;21;g19545aa8c6d_0_13"/>
          <p:cNvSpPr txBox="1"/>
          <p:nvPr>
            <p:ph idx="12" type="sldNum"/>
          </p:nvPr>
        </p:nvSpPr>
        <p:spPr>
          <a:xfrm>
            <a:off x="361067" y="6510600"/>
            <a:ext cx="11486100" cy="347100"/>
          </a:xfrm>
          <a:prstGeom prst="rect">
            <a:avLst/>
          </a:prstGeom>
        </p:spPr>
        <p:txBody>
          <a:bodyPr anchor="ctr" anchorCtr="0" bIns="0" lIns="0" numCol="1" rIns="0" spcFirstLastPara="1" tIns="0" wrap="square">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l" indent="0" lvl="0" marL="0" rtl="0">
              <a:spcBef>
                <a:spcPts val="0"/>
              </a:spcBef>
              <a:spcAft>
                <a:spcPts val="0"/>
              </a:spcAft>
              <a:buNone/>
            </a:pPr>
            <a:fld id="{00000000-1234-1234-1234-123412341234}" type="slidenum">
              <a:rPr altLang="en-AU" lang="en-A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22" name="Shape 22"/>
        <p:cNvGrpSpPr/>
        <p:nvPr/>
      </p:nvGrpSpPr>
      <p:grpSpPr>
        <a:xfrm>
          <a:off x="0" y="0"/>
          <a:ext cx="0" cy="0"/>
          <a:chOff x="0" y="0"/>
          <a:chExt cx="0" cy="0"/>
        </a:xfrm>
      </p:grpSpPr>
      <p:sp>
        <p:nvSpPr>
          <p:cNvPr id="23" name="Google Shape;23;g19545aa8c6d_0_17"/>
          <p:cNvSpPr txBox="1"/>
          <p:nvPr>
            <p:ph type="title"/>
          </p:nvPr>
        </p:nvSpPr>
        <p:spPr>
          <a:xfrm>
            <a:off x="730700" y="574700"/>
            <a:ext cx="7347900" cy="1034100"/>
          </a:xfrm>
          <a:prstGeom prst="rect">
            <a:avLst/>
          </a:prstGeom>
        </p:spPr>
        <p:txBody>
          <a:bodyPr anchor="b" anchorCtr="0" bIns="0" lIns="0" numCol="1" rIns="0" spcFirstLastPara="1" tIns="0" wrap="square">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4" name="Google Shape;24;g19545aa8c6d_0_17"/>
          <p:cNvSpPr txBox="1"/>
          <p:nvPr>
            <p:ph idx="1" type="body"/>
          </p:nvPr>
        </p:nvSpPr>
        <p:spPr>
          <a:xfrm>
            <a:off x="730700" y="1880100"/>
            <a:ext cx="3423300" cy="4407900"/>
          </a:xfrm>
          <a:prstGeom prst="rect">
            <a:avLst/>
          </a:prstGeom>
        </p:spPr>
        <p:txBody>
          <a:bodyPr anchor="t" anchorCtr="0" bIns="0" lIns="0" numCol="1" rIns="0" spcFirstLastPara="1" tIns="0" wrap="square">
            <a:noAutofit/>
          </a:bodyPr>
          <a:lstStyle>
            <a:lvl1pPr indent="-400050" lvl="0" marL="457200">
              <a:spcBef>
                <a:spcPts val="800"/>
              </a:spcBef>
              <a:spcAft>
                <a:spcPts val="0"/>
              </a:spcAft>
              <a:buSzPts val="2700"/>
              <a:buChar char="⬗"/>
              <a:defRPr sz="2700"/>
            </a:lvl1pPr>
            <a:lvl2pPr indent="-400050" lvl="1" marL="914400">
              <a:spcBef>
                <a:spcPts val="0"/>
              </a:spcBef>
              <a:spcAft>
                <a:spcPts val="0"/>
              </a:spcAft>
              <a:buSzPts val="2700"/>
              <a:buChar char="⬗"/>
              <a:defRPr sz="2700"/>
            </a:lvl2pPr>
            <a:lvl3pPr indent="-400050" lvl="2" marL="1371600">
              <a:spcBef>
                <a:spcPts val="0"/>
              </a:spcBef>
              <a:spcAft>
                <a:spcPts val="0"/>
              </a:spcAft>
              <a:buSzPts val="2700"/>
              <a:buChar char="⬗"/>
              <a:defRPr sz="2700"/>
            </a:lvl3pPr>
            <a:lvl4pPr indent="-400050" lvl="3" marL="1828800">
              <a:spcBef>
                <a:spcPts val="0"/>
              </a:spcBef>
              <a:spcAft>
                <a:spcPts val="0"/>
              </a:spcAft>
              <a:buSzPts val="2700"/>
              <a:buChar char="●"/>
              <a:defRPr sz="2700"/>
            </a:lvl4pPr>
            <a:lvl5pPr indent="-400050" lvl="4" marL="2286000">
              <a:spcBef>
                <a:spcPts val="0"/>
              </a:spcBef>
              <a:spcAft>
                <a:spcPts val="0"/>
              </a:spcAft>
              <a:buSzPts val="2700"/>
              <a:buChar char="○"/>
              <a:defRPr sz="2700"/>
            </a:lvl5pPr>
            <a:lvl6pPr indent="-400050" lvl="5" marL="2743200">
              <a:spcBef>
                <a:spcPts val="0"/>
              </a:spcBef>
              <a:spcAft>
                <a:spcPts val="0"/>
              </a:spcAft>
              <a:buSzPts val="2700"/>
              <a:buChar char="■"/>
              <a:defRPr sz="2700"/>
            </a:lvl6pPr>
            <a:lvl7pPr indent="-400050" lvl="6" marL="3200400">
              <a:spcBef>
                <a:spcPts val="0"/>
              </a:spcBef>
              <a:spcAft>
                <a:spcPts val="0"/>
              </a:spcAft>
              <a:buSzPts val="2700"/>
              <a:buChar char="●"/>
              <a:defRPr sz="2700"/>
            </a:lvl7pPr>
            <a:lvl8pPr indent="-400050" lvl="7" marL="3657600">
              <a:spcBef>
                <a:spcPts val="0"/>
              </a:spcBef>
              <a:spcAft>
                <a:spcPts val="0"/>
              </a:spcAft>
              <a:buSzPts val="2700"/>
              <a:buChar char="○"/>
              <a:defRPr sz="2700"/>
            </a:lvl8pPr>
            <a:lvl9pPr indent="-400050" lvl="8" marL="4114800">
              <a:spcBef>
                <a:spcPts val="0"/>
              </a:spcBef>
              <a:spcAft>
                <a:spcPts val="0"/>
              </a:spcAft>
              <a:buSzPts val="2700"/>
              <a:buChar char="■"/>
              <a:defRPr sz="2700"/>
            </a:lvl9pPr>
          </a:lstStyle>
          <a:p/>
        </p:txBody>
      </p:sp>
      <p:sp>
        <p:nvSpPr>
          <p:cNvPr id="25" name="Google Shape;25;g19545aa8c6d_0_17"/>
          <p:cNvSpPr txBox="1"/>
          <p:nvPr>
            <p:ph idx="2" type="body"/>
          </p:nvPr>
        </p:nvSpPr>
        <p:spPr>
          <a:xfrm>
            <a:off x="4655515" y="1880100"/>
            <a:ext cx="3423300" cy="4407900"/>
          </a:xfrm>
          <a:prstGeom prst="rect">
            <a:avLst/>
          </a:prstGeom>
        </p:spPr>
        <p:txBody>
          <a:bodyPr anchor="t" anchorCtr="0" bIns="0" lIns="0" numCol="1" rIns="0" spcFirstLastPara="1" tIns="0" wrap="square">
            <a:noAutofit/>
          </a:bodyPr>
          <a:lstStyle>
            <a:lvl1pPr indent="-400050" lvl="0" marL="457200">
              <a:spcBef>
                <a:spcPts val="800"/>
              </a:spcBef>
              <a:spcAft>
                <a:spcPts val="0"/>
              </a:spcAft>
              <a:buSzPts val="2700"/>
              <a:buChar char="⬗"/>
              <a:defRPr sz="2700"/>
            </a:lvl1pPr>
            <a:lvl2pPr indent="-400050" lvl="1" marL="914400">
              <a:spcBef>
                <a:spcPts val="0"/>
              </a:spcBef>
              <a:spcAft>
                <a:spcPts val="0"/>
              </a:spcAft>
              <a:buSzPts val="2700"/>
              <a:buChar char="⬗"/>
              <a:defRPr sz="2700"/>
            </a:lvl2pPr>
            <a:lvl3pPr indent="-400050" lvl="2" marL="1371600">
              <a:spcBef>
                <a:spcPts val="0"/>
              </a:spcBef>
              <a:spcAft>
                <a:spcPts val="0"/>
              </a:spcAft>
              <a:buSzPts val="2700"/>
              <a:buChar char="⬗"/>
              <a:defRPr sz="2700"/>
            </a:lvl3pPr>
            <a:lvl4pPr indent="-400050" lvl="3" marL="1828800">
              <a:spcBef>
                <a:spcPts val="0"/>
              </a:spcBef>
              <a:spcAft>
                <a:spcPts val="0"/>
              </a:spcAft>
              <a:buSzPts val="2700"/>
              <a:buChar char="●"/>
              <a:defRPr sz="2700"/>
            </a:lvl4pPr>
            <a:lvl5pPr indent="-400050" lvl="4" marL="2286000">
              <a:spcBef>
                <a:spcPts val="0"/>
              </a:spcBef>
              <a:spcAft>
                <a:spcPts val="0"/>
              </a:spcAft>
              <a:buSzPts val="2700"/>
              <a:buChar char="○"/>
              <a:defRPr sz="2700"/>
            </a:lvl5pPr>
            <a:lvl6pPr indent="-400050" lvl="5" marL="2743200">
              <a:spcBef>
                <a:spcPts val="0"/>
              </a:spcBef>
              <a:spcAft>
                <a:spcPts val="0"/>
              </a:spcAft>
              <a:buSzPts val="2700"/>
              <a:buChar char="■"/>
              <a:defRPr sz="2700"/>
            </a:lvl6pPr>
            <a:lvl7pPr indent="-400050" lvl="6" marL="3200400">
              <a:spcBef>
                <a:spcPts val="0"/>
              </a:spcBef>
              <a:spcAft>
                <a:spcPts val="0"/>
              </a:spcAft>
              <a:buSzPts val="2700"/>
              <a:buChar char="●"/>
              <a:defRPr sz="2700"/>
            </a:lvl7pPr>
            <a:lvl8pPr indent="-400050" lvl="7" marL="3657600">
              <a:spcBef>
                <a:spcPts val="0"/>
              </a:spcBef>
              <a:spcAft>
                <a:spcPts val="0"/>
              </a:spcAft>
              <a:buSzPts val="2700"/>
              <a:buChar char="○"/>
              <a:defRPr sz="2700"/>
            </a:lvl8pPr>
            <a:lvl9pPr indent="-400050" lvl="8" marL="4114800">
              <a:spcBef>
                <a:spcPts val="0"/>
              </a:spcBef>
              <a:spcAft>
                <a:spcPts val="0"/>
              </a:spcAft>
              <a:buSzPts val="2700"/>
              <a:buChar char="■"/>
              <a:defRPr sz="2700"/>
            </a:lvl9pPr>
          </a:lstStyle>
          <a:p/>
        </p:txBody>
      </p:sp>
      <p:sp>
        <p:nvSpPr>
          <p:cNvPr id="26" name="Google Shape;26;g19545aa8c6d_0_17"/>
          <p:cNvSpPr txBox="1"/>
          <p:nvPr>
            <p:ph idx="12" type="sldNum"/>
          </p:nvPr>
        </p:nvSpPr>
        <p:spPr>
          <a:xfrm>
            <a:off x="361067" y="6510600"/>
            <a:ext cx="11486100" cy="347100"/>
          </a:xfrm>
          <a:prstGeom prst="rect">
            <a:avLst/>
          </a:prstGeom>
        </p:spPr>
        <p:txBody>
          <a:bodyPr anchor="ctr" anchorCtr="0" bIns="0" lIns="0" numCol="1" rIns="0" spcFirstLastPara="1" tIns="0" wrap="square">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l" indent="0" lvl="0" marL="0" rtl="0">
              <a:spcBef>
                <a:spcPts val="0"/>
              </a:spcBef>
              <a:spcAft>
                <a:spcPts val="0"/>
              </a:spcAft>
              <a:buNone/>
            </a:pPr>
            <a:fld id="{00000000-1234-1234-1234-123412341234}" type="slidenum">
              <a:rPr altLang="en-AU" lang="en-A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27" name="Shape 27"/>
        <p:cNvGrpSpPr/>
        <p:nvPr/>
      </p:nvGrpSpPr>
      <p:grpSpPr>
        <a:xfrm>
          <a:off x="0" y="0"/>
          <a:ext cx="0" cy="0"/>
          <a:chOff x="0" y="0"/>
          <a:chExt cx="0" cy="0"/>
        </a:xfrm>
      </p:grpSpPr>
      <p:sp>
        <p:nvSpPr>
          <p:cNvPr id="28" name="Google Shape;28;g19545aa8c6d_0_22"/>
          <p:cNvSpPr txBox="1"/>
          <p:nvPr>
            <p:ph type="title"/>
          </p:nvPr>
        </p:nvSpPr>
        <p:spPr>
          <a:xfrm>
            <a:off x="730700" y="574700"/>
            <a:ext cx="7347900" cy="1034100"/>
          </a:xfrm>
          <a:prstGeom prst="rect">
            <a:avLst/>
          </a:prstGeom>
        </p:spPr>
        <p:txBody>
          <a:bodyPr anchor="b" anchorCtr="0" bIns="0" lIns="0" numCol="1" rIns="0" spcFirstLastPara="1" tIns="0" wrap="square">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p:txBody>
      </p:sp>
      <p:sp>
        <p:nvSpPr>
          <p:cNvPr id="29" name="Google Shape;29;g19545aa8c6d_0_22"/>
          <p:cNvSpPr txBox="1"/>
          <p:nvPr>
            <p:ph idx="1" type="body"/>
          </p:nvPr>
        </p:nvSpPr>
        <p:spPr>
          <a:xfrm>
            <a:off x="730700" y="1880100"/>
            <a:ext cx="2450400" cy="4407600"/>
          </a:xfrm>
          <a:prstGeom prst="rect">
            <a:avLst/>
          </a:prstGeom>
        </p:spPr>
        <p:txBody>
          <a:bodyPr anchor="t" anchorCtr="0" bIns="0" lIns="0" numCol="1" rIns="0" spcFirstLastPara="1" tIns="0" wrap="square">
            <a:noAutofit/>
          </a:bodyPr>
          <a:lstStyle>
            <a:lvl1pPr indent="-361950" lvl="0" marL="457200" rtl="0">
              <a:spcBef>
                <a:spcPts val="800"/>
              </a:spcBef>
              <a:spcAft>
                <a:spcPts val="0"/>
              </a:spcAft>
              <a:buSzPts val="2100"/>
              <a:buChar char="⬗"/>
              <a:defRPr sz="2100"/>
            </a:lvl1pPr>
            <a:lvl2pPr indent="-361950" lvl="1" marL="914400" rtl="0">
              <a:spcBef>
                <a:spcPts val="0"/>
              </a:spcBef>
              <a:spcAft>
                <a:spcPts val="0"/>
              </a:spcAft>
              <a:buSzPts val="2100"/>
              <a:buChar char="⬗"/>
              <a:defRPr sz="2100"/>
            </a:lvl2pPr>
            <a:lvl3pPr indent="-361950" lvl="2" marL="1371600" rtl="0">
              <a:spcBef>
                <a:spcPts val="0"/>
              </a:spcBef>
              <a:spcAft>
                <a:spcPts val="0"/>
              </a:spcAft>
              <a:buSzPts val="2100"/>
              <a:buChar char="⬗"/>
              <a:defRPr sz="2100"/>
            </a:lvl3pPr>
            <a:lvl4pPr indent="-361950" lvl="3" marL="1828800" rtl="0">
              <a:spcBef>
                <a:spcPts val="0"/>
              </a:spcBef>
              <a:spcAft>
                <a:spcPts val="0"/>
              </a:spcAft>
              <a:buSzPts val="2100"/>
              <a:buChar char="●"/>
              <a:defRPr sz="2100"/>
            </a:lvl4pPr>
            <a:lvl5pPr indent="-361950" lvl="4" marL="2286000" rtl="0">
              <a:spcBef>
                <a:spcPts val="0"/>
              </a:spcBef>
              <a:spcAft>
                <a:spcPts val="0"/>
              </a:spcAft>
              <a:buSzPts val="2100"/>
              <a:buChar char="○"/>
              <a:defRPr sz="2100"/>
            </a:lvl5pPr>
            <a:lvl6pPr indent="-361950" lvl="5" marL="2743200" rtl="0">
              <a:spcBef>
                <a:spcPts val="0"/>
              </a:spcBef>
              <a:spcAft>
                <a:spcPts val="0"/>
              </a:spcAft>
              <a:buSzPts val="2100"/>
              <a:buChar char="■"/>
              <a:defRPr sz="2100"/>
            </a:lvl6pPr>
            <a:lvl7pPr indent="-361950" lvl="6" marL="3200400" rtl="0">
              <a:spcBef>
                <a:spcPts val="0"/>
              </a:spcBef>
              <a:spcAft>
                <a:spcPts val="0"/>
              </a:spcAft>
              <a:buSzPts val="2100"/>
              <a:buChar char="●"/>
              <a:defRPr sz="2100"/>
            </a:lvl7pPr>
            <a:lvl8pPr indent="-361950" lvl="7" marL="3657600" rtl="0">
              <a:spcBef>
                <a:spcPts val="0"/>
              </a:spcBef>
              <a:spcAft>
                <a:spcPts val="0"/>
              </a:spcAft>
              <a:buSzPts val="2100"/>
              <a:buChar char="○"/>
              <a:defRPr sz="2100"/>
            </a:lvl8pPr>
            <a:lvl9pPr indent="-361950" lvl="8" marL="4114800" rtl="0">
              <a:spcBef>
                <a:spcPts val="0"/>
              </a:spcBef>
              <a:spcAft>
                <a:spcPts val="0"/>
              </a:spcAft>
              <a:buSzPts val="2100"/>
              <a:buChar char="■"/>
              <a:defRPr sz="2100"/>
            </a:lvl9pPr>
          </a:lstStyle>
          <a:p/>
        </p:txBody>
      </p:sp>
      <p:sp>
        <p:nvSpPr>
          <p:cNvPr id="30" name="Google Shape;30;g19545aa8c6d_0_22"/>
          <p:cNvSpPr txBox="1"/>
          <p:nvPr>
            <p:ph idx="2" type="body"/>
          </p:nvPr>
        </p:nvSpPr>
        <p:spPr>
          <a:xfrm>
            <a:off x="3459153" y="1880100"/>
            <a:ext cx="2450400" cy="4407600"/>
          </a:xfrm>
          <a:prstGeom prst="rect">
            <a:avLst/>
          </a:prstGeom>
        </p:spPr>
        <p:txBody>
          <a:bodyPr anchor="t" anchorCtr="0" bIns="0" lIns="0" numCol="1" rIns="0" spcFirstLastPara="1" tIns="0" wrap="square">
            <a:noAutofit/>
          </a:bodyPr>
          <a:lstStyle>
            <a:lvl1pPr indent="-361950" lvl="0" marL="457200" rtl="0">
              <a:spcBef>
                <a:spcPts val="800"/>
              </a:spcBef>
              <a:spcAft>
                <a:spcPts val="0"/>
              </a:spcAft>
              <a:buSzPts val="2100"/>
              <a:buChar char="⬗"/>
              <a:defRPr sz="2100"/>
            </a:lvl1pPr>
            <a:lvl2pPr indent="-361950" lvl="1" marL="914400" rtl="0">
              <a:spcBef>
                <a:spcPts val="0"/>
              </a:spcBef>
              <a:spcAft>
                <a:spcPts val="0"/>
              </a:spcAft>
              <a:buSzPts val="2100"/>
              <a:buChar char="⬗"/>
              <a:defRPr sz="2100"/>
            </a:lvl2pPr>
            <a:lvl3pPr indent="-361950" lvl="2" marL="1371600" rtl="0">
              <a:spcBef>
                <a:spcPts val="0"/>
              </a:spcBef>
              <a:spcAft>
                <a:spcPts val="0"/>
              </a:spcAft>
              <a:buSzPts val="2100"/>
              <a:buChar char="⬗"/>
              <a:defRPr sz="2100"/>
            </a:lvl3pPr>
            <a:lvl4pPr indent="-361950" lvl="3" marL="1828800" rtl="0">
              <a:spcBef>
                <a:spcPts val="0"/>
              </a:spcBef>
              <a:spcAft>
                <a:spcPts val="0"/>
              </a:spcAft>
              <a:buSzPts val="2100"/>
              <a:buChar char="●"/>
              <a:defRPr sz="2100"/>
            </a:lvl4pPr>
            <a:lvl5pPr indent="-361950" lvl="4" marL="2286000" rtl="0">
              <a:spcBef>
                <a:spcPts val="0"/>
              </a:spcBef>
              <a:spcAft>
                <a:spcPts val="0"/>
              </a:spcAft>
              <a:buSzPts val="2100"/>
              <a:buChar char="○"/>
              <a:defRPr sz="2100"/>
            </a:lvl5pPr>
            <a:lvl6pPr indent="-361950" lvl="5" marL="2743200" rtl="0">
              <a:spcBef>
                <a:spcPts val="0"/>
              </a:spcBef>
              <a:spcAft>
                <a:spcPts val="0"/>
              </a:spcAft>
              <a:buSzPts val="2100"/>
              <a:buChar char="■"/>
              <a:defRPr sz="2100"/>
            </a:lvl6pPr>
            <a:lvl7pPr indent="-361950" lvl="6" marL="3200400" rtl="0">
              <a:spcBef>
                <a:spcPts val="0"/>
              </a:spcBef>
              <a:spcAft>
                <a:spcPts val="0"/>
              </a:spcAft>
              <a:buSzPts val="2100"/>
              <a:buChar char="●"/>
              <a:defRPr sz="2100"/>
            </a:lvl7pPr>
            <a:lvl8pPr indent="-361950" lvl="7" marL="3657600" rtl="0">
              <a:spcBef>
                <a:spcPts val="0"/>
              </a:spcBef>
              <a:spcAft>
                <a:spcPts val="0"/>
              </a:spcAft>
              <a:buSzPts val="2100"/>
              <a:buChar char="○"/>
              <a:defRPr sz="2100"/>
            </a:lvl8pPr>
            <a:lvl9pPr indent="-361950" lvl="8" marL="4114800" rtl="0">
              <a:spcBef>
                <a:spcPts val="0"/>
              </a:spcBef>
              <a:spcAft>
                <a:spcPts val="0"/>
              </a:spcAft>
              <a:buSzPts val="2100"/>
              <a:buChar char="■"/>
              <a:defRPr sz="2100"/>
            </a:lvl9pPr>
          </a:lstStyle>
          <a:p/>
        </p:txBody>
      </p:sp>
      <p:sp>
        <p:nvSpPr>
          <p:cNvPr id="31" name="Google Shape;31;g19545aa8c6d_0_22"/>
          <p:cNvSpPr txBox="1"/>
          <p:nvPr>
            <p:ph idx="3" type="body"/>
          </p:nvPr>
        </p:nvSpPr>
        <p:spPr>
          <a:xfrm>
            <a:off x="6187605" y="1880100"/>
            <a:ext cx="2450400" cy="4407600"/>
          </a:xfrm>
          <a:prstGeom prst="rect">
            <a:avLst/>
          </a:prstGeom>
        </p:spPr>
        <p:txBody>
          <a:bodyPr anchor="t" anchorCtr="0" bIns="0" lIns="0" numCol="1" rIns="0" spcFirstLastPara="1" tIns="0" wrap="square">
            <a:noAutofit/>
          </a:bodyPr>
          <a:lstStyle>
            <a:lvl1pPr indent="-361950" lvl="0" marL="457200" rtl="0">
              <a:spcBef>
                <a:spcPts val="800"/>
              </a:spcBef>
              <a:spcAft>
                <a:spcPts val="0"/>
              </a:spcAft>
              <a:buSzPts val="2100"/>
              <a:buChar char="⬗"/>
              <a:defRPr sz="2100"/>
            </a:lvl1pPr>
            <a:lvl2pPr indent="-361950" lvl="1" marL="914400" rtl="0">
              <a:spcBef>
                <a:spcPts val="0"/>
              </a:spcBef>
              <a:spcAft>
                <a:spcPts val="0"/>
              </a:spcAft>
              <a:buSzPts val="2100"/>
              <a:buChar char="⬗"/>
              <a:defRPr sz="2100"/>
            </a:lvl2pPr>
            <a:lvl3pPr indent="-361950" lvl="2" marL="1371600" rtl="0">
              <a:spcBef>
                <a:spcPts val="0"/>
              </a:spcBef>
              <a:spcAft>
                <a:spcPts val="0"/>
              </a:spcAft>
              <a:buSzPts val="2100"/>
              <a:buChar char="⬗"/>
              <a:defRPr sz="2100"/>
            </a:lvl3pPr>
            <a:lvl4pPr indent="-361950" lvl="3" marL="1828800" rtl="0">
              <a:spcBef>
                <a:spcPts val="0"/>
              </a:spcBef>
              <a:spcAft>
                <a:spcPts val="0"/>
              </a:spcAft>
              <a:buSzPts val="2100"/>
              <a:buChar char="●"/>
              <a:defRPr sz="2100"/>
            </a:lvl4pPr>
            <a:lvl5pPr indent="-361950" lvl="4" marL="2286000" rtl="0">
              <a:spcBef>
                <a:spcPts val="0"/>
              </a:spcBef>
              <a:spcAft>
                <a:spcPts val="0"/>
              </a:spcAft>
              <a:buSzPts val="2100"/>
              <a:buChar char="○"/>
              <a:defRPr sz="2100"/>
            </a:lvl5pPr>
            <a:lvl6pPr indent="-361950" lvl="5" marL="2743200" rtl="0">
              <a:spcBef>
                <a:spcPts val="0"/>
              </a:spcBef>
              <a:spcAft>
                <a:spcPts val="0"/>
              </a:spcAft>
              <a:buSzPts val="2100"/>
              <a:buChar char="■"/>
              <a:defRPr sz="2100"/>
            </a:lvl6pPr>
            <a:lvl7pPr indent="-361950" lvl="6" marL="3200400" rtl="0">
              <a:spcBef>
                <a:spcPts val="0"/>
              </a:spcBef>
              <a:spcAft>
                <a:spcPts val="0"/>
              </a:spcAft>
              <a:buSzPts val="2100"/>
              <a:buChar char="●"/>
              <a:defRPr sz="2100"/>
            </a:lvl7pPr>
            <a:lvl8pPr indent="-361950" lvl="7" marL="3657600" rtl="0">
              <a:spcBef>
                <a:spcPts val="0"/>
              </a:spcBef>
              <a:spcAft>
                <a:spcPts val="0"/>
              </a:spcAft>
              <a:buSzPts val="2100"/>
              <a:buChar char="○"/>
              <a:defRPr sz="2100"/>
            </a:lvl8pPr>
            <a:lvl9pPr indent="-361950" lvl="8" marL="4114800" rtl="0">
              <a:spcBef>
                <a:spcPts val="0"/>
              </a:spcBef>
              <a:spcAft>
                <a:spcPts val="0"/>
              </a:spcAft>
              <a:buSzPts val="2100"/>
              <a:buChar char="■"/>
              <a:defRPr sz="2100"/>
            </a:lvl9pPr>
          </a:lstStyle>
          <a:p/>
        </p:txBody>
      </p:sp>
      <p:sp>
        <p:nvSpPr>
          <p:cNvPr id="32" name="Google Shape;32;g19545aa8c6d_0_22"/>
          <p:cNvSpPr txBox="1"/>
          <p:nvPr>
            <p:ph idx="12" type="sldNum"/>
          </p:nvPr>
        </p:nvSpPr>
        <p:spPr>
          <a:xfrm>
            <a:off x="361067" y="6510600"/>
            <a:ext cx="11486100" cy="347100"/>
          </a:xfrm>
          <a:prstGeom prst="rect">
            <a:avLst/>
          </a:prstGeom>
        </p:spPr>
        <p:txBody>
          <a:bodyPr anchor="ctr" anchorCtr="0" bIns="0" lIns="0" numCol="1" rIns="0" spcFirstLastPara="1" tIns="0" wrap="square">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l" indent="0" lvl="0" marL="0" rtl="0">
              <a:spcBef>
                <a:spcPts val="0"/>
              </a:spcBef>
              <a:spcAft>
                <a:spcPts val="0"/>
              </a:spcAft>
              <a:buNone/>
            </a:pPr>
            <a:fld id="{00000000-1234-1234-1234-123412341234}" type="slidenum">
              <a:rPr altLang="en-AU" lang="en-A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g19545aa8c6d_0_28"/>
          <p:cNvSpPr txBox="1"/>
          <p:nvPr>
            <p:ph type="title"/>
          </p:nvPr>
        </p:nvSpPr>
        <p:spPr>
          <a:xfrm>
            <a:off x="730700" y="574700"/>
            <a:ext cx="7347900" cy="1034100"/>
          </a:xfrm>
          <a:prstGeom prst="rect">
            <a:avLst/>
          </a:prstGeom>
        </p:spPr>
        <p:txBody>
          <a:bodyPr anchor="b" anchorCtr="0" bIns="0" lIns="0" numCol="1" rIns="0" spcFirstLastPara="1" tIns="0" wrap="square">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5" name="Google Shape;35;g19545aa8c6d_0_28"/>
          <p:cNvSpPr txBox="1"/>
          <p:nvPr>
            <p:ph idx="12" type="sldNum"/>
          </p:nvPr>
        </p:nvSpPr>
        <p:spPr>
          <a:xfrm>
            <a:off x="361067" y="6510600"/>
            <a:ext cx="11486100" cy="347100"/>
          </a:xfrm>
          <a:prstGeom prst="rect">
            <a:avLst/>
          </a:prstGeom>
        </p:spPr>
        <p:txBody>
          <a:bodyPr anchor="ctr" anchorCtr="0" bIns="0" lIns="0" numCol="1" rIns="0" spcFirstLastPara="1" tIns="0" wrap="square">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l" indent="0" lvl="0" marL="0" rtl="0">
              <a:spcBef>
                <a:spcPts val="0"/>
              </a:spcBef>
              <a:spcAft>
                <a:spcPts val="0"/>
              </a:spcAft>
              <a:buNone/>
            </a:pPr>
            <a:fld id="{00000000-1234-1234-1234-123412341234}" type="slidenum">
              <a:rPr altLang="en-AU" lang="en-A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6" name="Shape 36"/>
        <p:cNvGrpSpPr/>
        <p:nvPr/>
      </p:nvGrpSpPr>
      <p:grpSpPr>
        <a:xfrm>
          <a:off x="0" y="0"/>
          <a:ext cx="0" cy="0"/>
          <a:chOff x="0" y="0"/>
          <a:chExt cx="0" cy="0"/>
        </a:xfrm>
      </p:grpSpPr>
      <p:sp>
        <p:nvSpPr>
          <p:cNvPr id="37" name="Google Shape;37;g19545aa8c6d_0_31"/>
          <p:cNvSpPr txBox="1"/>
          <p:nvPr>
            <p:ph idx="1" type="body"/>
          </p:nvPr>
        </p:nvSpPr>
        <p:spPr>
          <a:xfrm>
            <a:off x="730700" y="5773467"/>
            <a:ext cx="7347900" cy="692700"/>
          </a:xfrm>
          <a:prstGeom prst="rect">
            <a:avLst/>
          </a:prstGeom>
        </p:spPr>
        <p:txBody>
          <a:bodyPr anchor="t" anchorCtr="0" bIns="0" lIns="0" numCol="1" rIns="0" spcFirstLastPara="1" tIns="0" wrap="square">
            <a:noAutofit/>
          </a:bodyPr>
          <a:lstStyle>
            <a:lvl1pPr indent="-228600" lvl="0" marL="457200">
              <a:spcBef>
                <a:spcPts val="500"/>
              </a:spcBef>
              <a:spcAft>
                <a:spcPts val="0"/>
              </a:spcAft>
              <a:buSzPts val="2400"/>
              <a:buNone/>
              <a:defRPr sz="2400"/>
            </a:lvl1pPr>
          </a:lstStyle>
          <a:p/>
        </p:txBody>
      </p:sp>
      <p:sp>
        <p:nvSpPr>
          <p:cNvPr id="38" name="Google Shape;38;g19545aa8c6d_0_31"/>
          <p:cNvSpPr txBox="1"/>
          <p:nvPr>
            <p:ph idx="12" type="sldNum"/>
          </p:nvPr>
        </p:nvSpPr>
        <p:spPr>
          <a:xfrm>
            <a:off x="361067" y="6510600"/>
            <a:ext cx="11486100" cy="347100"/>
          </a:xfrm>
          <a:prstGeom prst="rect">
            <a:avLst/>
          </a:prstGeom>
        </p:spPr>
        <p:txBody>
          <a:bodyPr anchor="ctr" anchorCtr="0" bIns="0" lIns="0" numCol="1" rIns="0" spcFirstLastPara="1" tIns="0" wrap="square">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l" indent="0" lvl="0" marL="0" rtl="0">
              <a:spcBef>
                <a:spcPts val="0"/>
              </a:spcBef>
              <a:spcAft>
                <a:spcPts val="0"/>
              </a:spcAft>
              <a:buNone/>
            </a:pPr>
            <a:fld id="{00000000-1234-1234-1234-123412341234}" type="slidenum">
              <a:rPr altLang="en-AU" lang="en-A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 name="Shape 39"/>
        <p:cNvGrpSpPr/>
        <p:nvPr/>
      </p:nvGrpSpPr>
      <p:grpSpPr>
        <a:xfrm>
          <a:off x="0" y="0"/>
          <a:ext cx="0" cy="0"/>
          <a:chOff x="0" y="0"/>
          <a:chExt cx="0" cy="0"/>
        </a:xfrm>
      </p:grpSpPr>
      <p:sp>
        <p:nvSpPr>
          <p:cNvPr id="40" name="Google Shape;40;g19545aa8c6d_0_34"/>
          <p:cNvSpPr txBox="1"/>
          <p:nvPr>
            <p:ph idx="12" type="sldNum"/>
          </p:nvPr>
        </p:nvSpPr>
        <p:spPr>
          <a:xfrm>
            <a:off x="361067" y="6510600"/>
            <a:ext cx="11486100" cy="347100"/>
          </a:xfrm>
          <a:prstGeom prst="rect">
            <a:avLst/>
          </a:prstGeom>
        </p:spPr>
        <p:txBody>
          <a:bodyPr anchor="ctr" anchorCtr="0" bIns="0" lIns="0" numCol="1" rIns="0" spcFirstLastPara="1" tIns="0" wrap="square">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l" indent="0" lvl="0" marL="0" rtl="0">
              <a:spcBef>
                <a:spcPts val="0"/>
              </a:spcBef>
              <a:spcAft>
                <a:spcPts val="0"/>
              </a:spcAft>
              <a:buNone/>
            </a:pPr>
            <a:fld id="{00000000-1234-1234-1234-123412341234}" type="slidenum">
              <a:rPr altLang="en-AU" lang="en-A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background">
  <p:cSld name="BLANK_1">
    <p:bg>
      <p:bgPr>
        <a:solidFill>
          <a:schemeClr val="dk2"/>
        </a:solidFill>
      </p:bgPr>
    </p:bg>
    <p:spTree>
      <p:nvGrpSpPr>
        <p:cNvPr id="41" name="Shape 41"/>
        <p:cNvGrpSpPr/>
        <p:nvPr/>
      </p:nvGrpSpPr>
      <p:grpSpPr>
        <a:xfrm>
          <a:off x="0" y="0"/>
          <a:ext cx="0" cy="0"/>
          <a:chOff x="0" y="0"/>
          <a:chExt cx="0" cy="0"/>
        </a:xfrm>
      </p:grpSpPr>
      <p:pic>
        <p:nvPicPr>
          <p:cNvPr id="42" name="Google Shape;42;g19545aa8c6d_0_36"/>
          <p:cNvPicPr preferRelativeResize="0"/>
          <p:nvPr/>
        </p:nvPicPr>
        <p:blipFill>
          <a:blip r:embed="rId2">
            <a:alphaModFix/>
          </a:blip>
          <a:stretch>
            <a:fillRect/>
          </a:stretch>
        </p:blipFill>
        <p:spPr>
          <a:xfrm>
            <a:off x="0" y="0"/>
            <a:ext cx="12191986" cy="6858000"/>
          </a:xfrm>
          <a:prstGeom prst="rect">
            <a:avLst/>
          </a:prstGeom>
          <a:noFill/>
          <a:ln>
            <a:noFill/>
          </a:ln>
        </p:spPr>
      </p:pic>
      <p:sp>
        <p:nvSpPr>
          <p:cNvPr id="43" name="Google Shape;43;g19545aa8c6d_0_36"/>
          <p:cNvSpPr txBox="1"/>
          <p:nvPr>
            <p:ph idx="12" type="sldNum"/>
          </p:nvPr>
        </p:nvSpPr>
        <p:spPr>
          <a:xfrm>
            <a:off x="361067" y="6510600"/>
            <a:ext cx="11486100" cy="347100"/>
          </a:xfrm>
          <a:prstGeom prst="rect">
            <a:avLst/>
          </a:prstGeom>
        </p:spPr>
        <p:txBody>
          <a:bodyPr anchor="ctr" anchorCtr="0" bIns="0" lIns="0" numCol="1" rIns="0" spcFirstLastPara="1" tIns="0" wrap="square">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algn="l" indent="0" lvl="0" marL="0" rtl="0">
              <a:spcBef>
                <a:spcPts val="0"/>
              </a:spcBef>
              <a:spcAft>
                <a:spcPts val="0"/>
              </a:spcAft>
              <a:buNone/>
            </a:pPr>
            <a:fld id="{00000000-1234-1234-1234-123412341234}" type="slidenum">
              <a:rPr altLang="en-AU" lang="en-A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2">
    <p:spTree>
      <p:nvGrpSpPr>
        <p:cNvPr id="44" name="Shape 44"/>
        <p:cNvGrpSpPr/>
        <p:nvPr/>
      </p:nvGrpSpPr>
      <p:grpSpPr>
        <a:xfrm>
          <a:off x="0" y="0"/>
          <a:ext cx="0" cy="0"/>
          <a:chOff x="0" y="0"/>
          <a:chExt cx="0" cy="0"/>
        </a:xfrm>
      </p:grpSpPr>
      <p:sp>
        <p:nvSpPr>
          <p:cNvPr id="45" name="Google Shape;45;g19545aa8c6d_0_39"/>
          <p:cNvSpPr/>
          <p:nvPr/>
        </p:nvSpPr>
        <p:spPr>
          <a:xfrm>
            <a:off x="446534" y="3085765"/>
            <a:ext cx="11262900" cy="3304800"/>
          </a:xfrm>
          <a:prstGeom prst="rect">
            <a:avLst/>
          </a:prstGeom>
          <a:solidFill>
            <a:schemeClr val="accent1"/>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46" name="Google Shape;46;g19545aa8c6d_0_39"/>
          <p:cNvSpPr txBox="1"/>
          <p:nvPr>
            <p:ph type="ctrTitle"/>
          </p:nvPr>
        </p:nvSpPr>
        <p:spPr>
          <a:xfrm>
            <a:off x="581191" y="1020431"/>
            <a:ext cx="10993500" cy="1475100"/>
          </a:xfrm>
          <a:prstGeom prst="rect">
            <a:avLst/>
          </a:prstGeom>
          <a:noFill/>
          <a:ln>
            <a:noFill/>
          </a:ln>
        </p:spPr>
        <p:txBody>
          <a:bodyPr anchor="b" anchorCtr="0" bIns="45700" lIns="91425" numCol="1" rIns="91425" spcFirstLastPara="1" tIns="45700" wrap="square">
            <a:normAutofit/>
          </a:bodyPr>
          <a:lstStyle>
            <a:lvl1pPr algn="l" lvl="0" rtl="0">
              <a:lnSpc>
                <a:spcPct val="100000"/>
              </a:lnSpc>
              <a:spcBef>
                <a:spcPts val="0"/>
              </a:spcBef>
              <a:spcAft>
                <a:spcPts val="0"/>
              </a:spcAft>
              <a:buClr>
                <a:schemeClr val="accent1"/>
              </a:buClr>
              <a:buSzPts val="3600"/>
              <a:buFont typeface="Arial"/>
              <a:buNone/>
              <a:defRPr sz="3600">
                <a:solidFill>
                  <a:schemeClr val="accent1"/>
                </a:solidFill>
              </a:defRPr>
            </a:lvl1pPr>
            <a:lvl2pPr algn="l" lvl="1" rtl="0">
              <a:lnSpc>
                <a:spcPct val="100000"/>
              </a:lnSpc>
              <a:spcBef>
                <a:spcPts val="0"/>
              </a:spcBef>
              <a:spcAft>
                <a:spcPts val="0"/>
              </a:spcAft>
              <a:buSzPts val="1400"/>
              <a:buNone/>
              <a:defRPr/>
            </a:lvl2pPr>
            <a:lvl3pPr algn="l" lvl="2" rtl="0">
              <a:lnSpc>
                <a:spcPct val="100000"/>
              </a:lnSpc>
              <a:spcBef>
                <a:spcPts val="0"/>
              </a:spcBef>
              <a:spcAft>
                <a:spcPts val="0"/>
              </a:spcAft>
              <a:buSzPts val="1400"/>
              <a:buNone/>
              <a:defRPr/>
            </a:lvl3pPr>
            <a:lvl4pPr algn="l" lvl="3" rtl="0">
              <a:lnSpc>
                <a:spcPct val="100000"/>
              </a:lnSpc>
              <a:spcBef>
                <a:spcPts val="0"/>
              </a:spcBef>
              <a:spcAft>
                <a:spcPts val="0"/>
              </a:spcAft>
              <a:buSzPts val="1400"/>
              <a:buNone/>
              <a:defRPr/>
            </a:lvl4pPr>
            <a:lvl5pPr algn="l" lvl="4" rtl="0">
              <a:lnSpc>
                <a:spcPct val="100000"/>
              </a:lnSpc>
              <a:spcBef>
                <a:spcPts val="0"/>
              </a:spcBef>
              <a:spcAft>
                <a:spcPts val="0"/>
              </a:spcAft>
              <a:buSzPts val="1400"/>
              <a:buNone/>
              <a:defRPr/>
            </a:lvl5pPr>
            <a:lvl6pPr algn="l" lvl="5" rtl="0">
              <a:lnSpc>
                <a:spcPct val="100000"/>
              </a:lnSpc>
              <a:spcBef>
                <a:spcPts val="0"/>
              </a:spcBef>
              <a:spcAft>
                <a:spcPts val="0"/>
              </a:spcAft>
              <a:buSzPts val="1400"/>
              <a:buNone/>
              <a:defRPr/>
            </a:lvl6pPr>
            <a:lvl7pPr algn="l" lvl="6" rtl="0">
              <a:lnSpc>
                <a:spcPct val="100000"/>
              </a:lnSpc>
              <a:spcBef>
                <a:spcPts val="0"/>
              </a:spcBef>
              <a:spcAft>
                <a:spcPts val="0"/>
              </a:spcAft>
              <a:buSzPts val="1400"/>
              <a:buNone/>
              <a:defRPr/>
            </a:lvl7pPr>
            <a:lvl8pPr algn="l" lvl="7" rtl="0">
              <a:lnSpc>
                <a:spcPct val="100000"/>
              </a:lnSpc>
              <a:spcBef>
                <a:spcPts val="0"/>
              </a:spcBef>
              <a:spcAft>
                <a:spcPts val="0"/>
              </a:spcAft>
              <a:buSzPts val="1400"/>
              <a:buNone/>
              <a:defRPr/>
            </a:lvl8pPr>
            <a:lvl9pPr algn="l" lvl="8" rtl="0">
              <a:lnSpc>
                <a:spcPct val="100000"/>
              </a:lnSpc>
              <a:spcBef>
                <a:spcPts val="0"/>
              </a:spcBef>
              <a:spcAft>
                <a:spcPts val="0"/>
              </a:spcAft>
              <a:buSzPts val="1400"/>
              <a:buNone/>
              <a:defRPr/>
            </a:lvl9pPr>
          </a:lstStyle>
          <a:p/>
        </p:txBody>
      </p:sp>
      <p:sp>
        <p:nvSpPr>
          <p:cNvPr id="47" name="Google Shape;47;g19545aa8c6d_0_39"/>
          <p:cNvSpPr txBox="1"/>
          <p:nvPr>
            <p:ph idx="1" type="subTitle"/>
          </p:nvPr>
        </p:nvSpPr>
        <p:spPr>
          <a:xfrm>
            <a:off x="581194" y="2495445"/>
            <a:ext cx="10993500" cy="590400"/>
          </a:xfrm>
          <a:prstGeom prst="rect">
            <a:avLst/>
          </a:prstGeom>
          <a:noFill/>
          <a:ln>
            <a:noFill/>
          </a:ln>
        </p:spPr>
        <p:txBody>
          <a:bodyPr anchor="t" anchorCtr="0" bIns="45700" lIns="91425" numCol="1" rIns="91425" spcFirstLastPara="1" tIns="45700" wrap="square">
            <a:normAutofit/>
          </a:bodyPr>
          <a:lstStyle>
            <a:lvl1pPr algn="l" lvl="0" rtl="0">
              <a:lnSpc>
                <a:spcPct val="100000"/>
              </a:lnSpc>
              <a:spcBef>
                <a:spcPts val="320"/>
              </a:spcBef>
              <a:spcAft>
                <a:spcPts val="0"/>
              </a:spcAft>
              <a:buSzPts val="1472"/>
              <a:buNone/>
              <a:defRPr cap="none" sz="1600">
                <a:solidFill>
                  <a:schemeClr val="accent2"/>
                </a:solidFill>
              </a:defRPr>
            </a:lvl1pPr>
            <a:lvl2pPr algn="ctr" lvl="1" rtl="0">
              <a:lnSpc>
                <a:spcPct val="100000"/>
              </a:lnSpc>
              <a:spcBef>
                <a:spcPts val="600"/>
              </a:spcBef>
              <a:spcAft>
                <a:spcPts val="0"/>
              </a:spcAft>
              <a:buSzPts val="1472"/>
              <a:buNone/>
              <a:defRPr>
                <a:solidFill>
                  <a:srgbClr val="888888"/>
                </a:solidFill>
              </a:defRPr>
            </a:lvl2pPr>
            <a:lvl3pPr algn="ctr" lvl="2" rtl="0">
              <a:lnSpc>
                <a:spcPct val="100000"/>
              </a:lnSpc>
              <a:spcBef>
                <a:spcPts val="600"/>
              </a:spcBef>
              <a:spcAft>
                <a:spcPts val="0"/>
              </a:spcAft>
              <a:buSzPts val="1288"/>
              <a:buNone/>
              <a:defRPr>
                <a:solidFill>
                  <a:srgbClr val="888888"/>
                </a:solidFill>
              </a:defRPr>
            </a:lvl3pPr>
            <a:lvl4pPr algn="ctr" lvl="3" rtl="0">
              <a:lnSpc>
                <a:spcPct val="100000"/>
              </a:lnSpc>
              <a:spcBef>
                <a:spcPts val="600"/>
              </a:spcBef>
              <a:spcAft>
                <a:spcPts val="0"/>
              </a:spcAft>
              <a:buSzPts val="1104"/>
              <a:buNone/>
              <a:defRPr>
                <a:solidFill>
                  <a:srgbClr val="888888"/>
                </a:solidFill>
              </a:defRPr>
            </a:lvl4pPr>
            <a:lvl5pPr algn="ctr" lvl="4" rtl="0">
              <a:lnSpc>
                <a:spcPct val="100000"/>
              </a:lnSpc>
              <a:spcBef>
                <a:spcPts val="600"/>
              </a:spcBef>
              <a:spcAft>
                <a:spcPts val="0"/>
              </a:spcAft>
              <a:buSzPts val="1104"/>
              <a:buNone/>
              <a:defRPr>
                <a:solidFill>
                  <a:srgbClr val="888888"/>
                </a:solidFill>
              </a:defRPr>
            </a:lvl5pPr>
            <a:lvl6pPr algn="ctr" lvl="5" rtl="0">
              <a:lnSpc>
                <a:spcPct val="100000"/>
              </a:lnSpc>
              <a:spcBef>
                <a:spcPts val="600"/>
              </a:spcBef>
              <a:spcAft>
                <a:spcPts val="0"/>
              </a:spcAft>
              <a:buSzPts val="1104"/>
              <a:buNone/>
              <a:defRPr>
                <a:solidFill>
                  <a:srgbClr val="888888"/>
                </a:solidFill>
              </a:defRPr>
            </a:lvl6pPr>
            <a:lvl7pPr algn="ctr" lvl="6" rtl="0">
              <a:lnSpc>
                <a:spcPct val="100000"/>
              </a:lnSpc>
              <a:spcBef>
                <a:spcPts val="600"/>
              </a:spcBef>
              <a:spcAft>
                <a:spcPts val="0"/>
              </a:spcAft>
              <a:buSzPts val="1104"/>
              <a:buNone/>
              <a:defRPr>
                <a:solidFill>
                  <a:srgbClr val="888888"/>
                </a:solidFill>
              </a:defRPr>
            </a:lvl7pPr>
            <a:lvl8pPr algn="ctr" lvl="7" rtl="0">
              <a:lnSpc>
                <a:spcPct val="100000"/>
              </a:lnSpc>
              <a:spcBef>
                <a:spcPts val="600"/>
              </a:spcBef>
              <a:spcAft>
                <a:spcPts val="0"/>
              </a:spcAft>
              <a:buSzPts val="1104"/>
              <a:buNone/>
              <a:defRPr>
                <a:solidFill>
                  <a:srgbClr val="888888"/>
                </a:solidFill>
              </a:defRPr>
            </a:lvl8pPr>
            <a:lvl9pPr algn="ctr" lvl="8" rtl="0">
              <a:lnSpc>
                <a:spcPct val="100000"/>
              </a:lnSpc>
              <a:spcBef>
                <a:spcPts val="600"/>
              </a:spcBef>
              <a:spcAft>
                <a:spcPts val="600"/>
              </a:spcAft>
              <a:buSzPts val="1104"/>
              <a:buNone/>
              <a:defRPr>
                <a:solidFill>
                  <a:srgbClr val="888888"/>
                </a:solidFill>
              </a:defRPr>
            </a:lvl9pPr>
          </a:lstStyle>
          <a:p/>
        </p:txBody>
      </p:sp>
      <p:sp>
        <p:nvSpPr>
          <p:cNvPr id="48" name="Google Shape;48;g19545aa8c6d_0_39"/>
          <p:cNvSpPr txBox="1"/>
          <p:nvPr>
            <p:ph idx="10" type="dt"/>
          </p:nvPr>
        </p:nvSpPr>
        <p:spPr>
          <a:xfrm>
            <a:off x="7605951" y="5956137"/>
            <a:ext cx="2844900" cy="365100"/>
          </a:xfrm>
          <a:prstGeom prst="rect">
            <a:avLst/>
          </a:prstGeom>
          <a:noFill/>
          <a:ln>
            <a:noFill/>
          </a:ln>
        </p:spPr>
        <p:txBody>
          <a:bodyPr anchor="ctr" anchorCtr="0" bIns="45700" lIns="91425" numCol="1" rIns="91425" spcFirstLastPara="1" tIns="45700" wrap="square">
            <a:noAutofit/>
          </a:bodyPr>
          <a:lstStyle>
            <a:lvl1pPr algn="r" lvl="0" rtl="0">
              <a:lnSpc>
                <a:spcPct val="100000"/>
              </a:lnSpc>
              <a:spcBef>
                <a:spcPts val="0"/>
              </a:spcBef>
              <a:spcAft>
                <a:spcPts val="0"/>
              </a:spcAft>
              <a:buSzPts val="1400"/>
              <a:buNone/>
              <a:defRPr>
                <a:solidFill>
                  <a:srgbClr val="F3B861"/>
                </a:solidFill>
              </a:defRPr>
            </a:lvl1pPr>
            <a:lvl2pPr algn="l" lvl="1" rtl="0">
              <a:lnSpc>
                <a:spcPct val="100000"/>
              </a:lnSpc>
              <a:spcBef>
                <a:spcPts val="0"/>
              </a:spcBef>
              <a:spcAft>
                <a:spcPts val="0"/>
              </a:spcAft>
              <a:buSzPts val="1400"/>
              <a:buNone/>
              <a:defRPr/>
            </a:lvl2pPr>
            <a:lvl3pPr algn="l" lvl="2" rtl="0">
              <a:lnSpc>
                <a:spcPct val="100000"/>
              </a:lnSpc>
              <a:spcBef>
                <a:spcPts val="0"/>
              </a:spcBef>
              <a:spcAft>
                <a:spcPts val="0"/>
              </a:spcAft>
              <a:buSzPts val="1400"/>
              <a:buNone/>
              <a:defRPr/>
            </a:lvl3pPr>
            <a:lvl4pPr algn="l" lvl="3" rtl="0">
              <a:lnSpc>
                <a:spcPct val="100000"/>
              </a:lnSpc>
              <a:spcBef>
                <a:spcPts val="0"/>
              </a:spcBef>
              <a:spcAft>
                <a:spcPts val="0"/>
              </a:spcAft>
              <a:buSzPts val="1400"/>
              <a:buNone/>
              <a:defRPr/>
            </a:lvl4pPr>
            <a:lvl5pPr algn="l" lvl="4" rtl="0">
              <a:lnSpc>
                <a:spcPct val="100000"/>
              </a:lnSpc>
              <a:spcBef>
                <a:spcPts val="0"/>
              </a:spcBef>
              <a:spcAft>
                <a:spcPts val="0"/>
              </a:spcAft>
              <a:buSzPts val="1400"/>
              <a:buNone/>
              <a:defRPr/>
            </a:lvl5pPr>
            <a:lvl6pPr algn="l" lvl="5" rtl="0">
              <a:lnSpc>
                <a:spcPct val="100000"/>
              </a:lnSpc>
              <a:spcBef>
                <a:spcPts val="0"/>
              </a:spcBef>
              <a:spcAft>
                <a:spcPts val="0"/>
              </a:spcAft>
              <a:buSzPts val="1400"/>
              <a:buNone/>
              <a:defRPr/>
            </a:lvl6pPr>
            <a:lvl7pPr algn="l" lvl="6" rtl="0">
              <a:lnSpc>
                <a:spcPct val="100000"/>
              </a:lnSpc>
              <a:spcBef>
                <a:spcPts val="0"/>
              </a:spcBef>
              <a:spcAft>
                <a:spcPts val="0"/>
              </a:spcAft>
              <a:buSzPts val="1400"/>
              <a:buNone/>
              <a:defRPr/>
            </a:lvl7pPr>
            <a:lvl8pPr algn="l" lvl="7" rtl="0">
              <a:lnSpc>
                <a:spcPct val="100000"/>
              </a:lnSpc>
              <a:spcBef>
                <a:spcPts val="0"/>
              </a:spcBef>
              <a:spcAft>
                <a:spcPts val="0"/>
              </a:spcAft>
              <a:buSzPts val="1400"/>
              <a:buNone/>
              <a:defRPr/>
            </a:lvl8pPr>
            <a:lvl9pPr algn="l" lvl="8" rtl="0">
              <a:lnSpc>
                <a:spcPct val="100000"/>
              </a:lnSpc>
              <a:spcBef>
                <a:spcPts val="0"/>
              </a:spcBef>
              <a:spcAft>
                <a:spcPts val="0"/>
              </a:spcAft>
              <a:buSzPts val="1400"/>
              <a:buNone/>
              <a:defRPr/>
            </a:lvl9pPr>
          </a:lstStyle>
          <a:p/>
        </p:txBody>
      </p:sp>
      <p:sp>
        <p:nvSpPr>
          <p:cNvPr id="49" name="Google Shape;49;g19545aa8c6d_0_39"/>
          <p:cNvSpPr txBox="1"/>
          <p:nvPr>
            <p:ph idx="11" type="ftr"/>
          </p:nvPr>
        </p:nvSpPr>
        <p:spPr>
          <a:xfrm>
            <a:off x="581192" y="5951811"/>
            <a:ext cx="6917100" cy="365100"/>
          </a:xfrm>
          <a:prstGeom prst="rect">
            <a:avLst/>
          </a:prstGeom>
          <a:noFill/>
          <a:ln>
            <a:noFill/>
          </a:ln>
        </p:spPr>
        <p:txBody>
          <a:bodyPr anchor="ctr" anchorCtr="0" bIns="45700" lIns="91425" numCol="1" rIns="91425" spcFirstLastPara="1" tIns="45700" wrap="square">
            <a:noAutofit/>
          </a:bodyPr>
          <a:lstStyle>
            <a:lvl1pPr algn="l" lvl="0" rtl="0">
              <a:lnSpc>
                <a:spcPct val="100000"/>
              </a:lnSpc>
              <a:spcBef>
                <a:spcPts val="0"/>
              </a:spcBef>
              <a:spcAft>
                <a:spcPts val="0"/>
              </a:spcAft>
              <a:buSzPts val="1400"/>
              <a:buNone/>
              <a:defRPr>
                <a:solidFill>
                  <a:srgbClr val="F3B861"/>
                </a:solidFill>
              </a:defRPr>
            </a:lvl1pPr>
            <a:lvl2pPr algn="l" lvl="1" rtl="0">
              <a:lnSpc>
                <a:spcPct val="100000"/>
              </a:lnSpc>
              <a:spcBef>
                <a:spcPts val="0"/>
              </a:spcBef>
              <a:spcAft>
                <a:spcPts val="0"/>
              </a:spcAft>
              <a:buSzPts val="1400"/>
              <a:buNone/>
              <a:defRPr/>
            </a:lvl2pPr>
            <a:lvl3pPr algn="l" lvl="2" rtl="0">
              <a:lnSpc>
                <a:spcPct val="100000"/>
              </a:lnSpc>
              <a:spcBef>
                <a:spcPts val="0"/>
              </a:spcBef>
              <a:spcAft>
                <a:spcPts val="0"/>
              </a:spcAft>
              <a:buSzPts val="1400"/>
              <a:buNone/>
              <a:defRPr/>
            </a:lvl3pPr>
            <a:lvl4pPr algn="l" lvl="3" rtl="0">
              <a:lnSpc>
                <a:spcPct val="100000"/>
              </a:lnSpc>
              <a:spcBef>
                <a:spcPts val="0"/>
              </a:spcBef>
              <a:spcAft>
                <a:spcPts val="0"/>
              </a:spcAft>
              <a:buSzPts val="1400"/>
              <a:buNone/>
              <a:defRPr/>
            </a:lvl4pPr>
            <a:lvl5pPr algn="l" lvl="4" rtl="0">
              <a:lnSpc>
                <a:spcPct val="100000"/>
              </a:lnSpc>
              <a:spcBef>
                <a:spcPts val="0"/>
              </a:spcBef>
              <a:spcAft>
                <a:spcPts val="0"/>
              </a:spcAft>
              <a:buSzPts val="1400"/>
              <a:buNone/>
              <a:defRPr/>
            </a:lvl5pPr>
            <a:lvl6pPr algn="l" lvl="5" rtl="0">
              <a:lnSpc>
                <a:spcPct val="100000"/>
              </a:lnSpc>
              <a:spcBef>
                <a:spcPts val="0"/>
              </a:spcBef>
              <a:spcAft>
                <a:spcPts val="0"/>
              </a:spcAft>
              <a:buSzPts val="1400"/>
              <a:buNone/>
              <a:defRPr/>
            </a:lvl6pPr>
            <a:lvl7pPr algn="l" lvl="6" rtl="0">
              <a:lnSpc>
                <a:spcPct val="100000"/>
              </a:lnSpc>
              <a:spcBef>
                <a:spcPts val="0"/>
              </a:spcBef>
              <a:spcAft>
                <a:spcPts val="0"/>
              </a:spcAft>
              <a:buSzPts val="1400"/>
              <a:buNone/>
              <a:defRPr/>
            </a:lvl7pPr>
            <a:lvl8pPr algn="l" lvl="7" rtl="0">
              <a:lnSpc>
                <a:spcPct val="100000"/>
              </a:lnSpc>
              <a:spcBef>
                <a:spcPts val="0"/>
              </a:spcBef>
              <a:spcAft>
                <a:spcPts val="0"/>
              </a:spcAft>
              <a:buSzPts val="1400"/>
              <a:buNone/>
              <a:defRPr/>
            </a:lvl8pPr>
            <a:lvl9pPr algn="l" lvl="8" rtl="0">
              <a:lnSpc>
                <a:spcPct val="100000"/>
              </a:lnSpc>
              <a:spcBef>
                <a:spcPts val="0"/>
              </a:spcBef>
              <a:spcAft>
                <a:spcPts val="0"/>
              </a:spcAft>
              <a:buSzPts val="1400"/>
              <a:buNone/>
              <a:defRPr/>
            </a:lvl9pPr>
          </a:lstStyle>
          <a:p/>
        </p:txBody>
      </p:sp>
      <p:sp>
        <p:nvSpPr>
          <p:cNvPr id="50" name="Google Shape;50;g19545aa8c6d_0_39"/>
          <p:cNvSpPr txBox="1"/>
          <p:nvPr>
            <p:ph idx="12" type="sldNum"/>
          </p:nvPr>
        </p:nvSpPr>
        <p:spPr>
          <a:xfrm>
            <a:off x="10558300" y="5956137"/>
            <a:ext cx="1016400" cy="365100"/>
          </a:xfrm>
          <a:prstGeom prst="rect">
            <a:avLst/>
          </a:prstGeom>
          <a:noFill/>
          <a:ln>
            <a:noFill/>
          </a:ln>
        </p:spPr>
        <p:txBody>
          <a:bodyPr anchor="ctr" anchorCtr="0" bIns="45700" lIns="91425" numCol="1" rIns="91425" spcFirstLastPara="1" tIns="45700" wrap="square">
            <a:noAutofit/>
          </a:bodyPr>
          <a:lstStyle>
            <a:lvl1pPr algn="r" indent="0" lvl="0" marL="0" marR="0" rtl="0">
              <a:lnSpc>
                <a:spcPct val="100000"/>
              </a:lnSpc>
              <a:spcBef>
                <a:spcPts val="0"/>
              </a:spcBef>
              <a:spcAft>
                <a:spcPts val="0"/>
              </a:spcAft>
              <a:buClr>
                <a:srgbClr val="000000"/>
              </a:buClr>
              <a:buSzPts val="900"/>
              <a:buFont typeface="Arial"/>
              <a:buNone/>
              <a:defRPr b="0" cap="none" i="0" strike="noStrike" sz="900" u="none">
                <a:solidFill>
                  <a:srgbClr val="F3B861"/>
                </a:solidFill>
                <a:latin typeface="Arial"/>
                <a:ea typeface="Arial"/>
                <a:cs typeface="Arial"/>
                <a:sym typeface="Arial"/>
              </a:defRPr>
            </a:lvl1pPr>
            <a:lvl2pPr algn="r" indent="0" lvl="1" marL="0" marR="0" rtl="0">
              <a:lnSpc>
                <a:spcPct val="100000"/>
              </a:lnSpc>
              <a:spcBef>
                <a:spcPts val="0"/>
              </a:spcBef>
              <a:spcAft>
                <a:spcPts val="0"/>
              </a:spcAft>
              <a:buClr>
                <a:srgbClr val="000000"/>
              </a:buClr>
              <a:buSzPts val="900"/>
              <a:buFont typeface="Arial"/>
              <a:buNone/>
              <a:defRPr b="0" cap="none" i="0" strike="noStrike" sz="900" u="none">
                <a:solidFill>
                  <a:srgbClr val="F3B861"/>
                </a:solidFill>
                <a:latin typeface="Arial"/>
                <a:ea typeface="Arial"/>
                <a:cs typeface="Arial"/>
                <a:sym typeface="Arial"/>
              </a:defRPr>
            </a:lvl2pPr>
            <a:lvl3pPr algn="r" indent="0" lvl="2" marL="0" marR="0" rtl="0">
              <a:lnSpc>
                <a:spcPct val="100000"/>
              </a:lnSpc>
              <a:spcBef>
                <a:spcPts val="0"/>
              </a:spcBef>
              <a:spcAft>
                <a:spcPts val="0"/>
              </a:spcAft>
              <a:buClr>
                <a:srgbClr val="000000"/>
              </a:buClr>
              <a:buSzPts val="900"/>
              <a:buFont typeface="Arial"/>
              <a:buNone/>
              <a:defRPr b="0" cap="none" i="0" strike="noStrike" sz="900" u="none">
                <a:solidFill>
                  <a:srgbClr val="F3B861"/>
                </a:solidFill>
                <a:latin typeface="Arial"/>
                <a:ea typeface="Arial"/>
                <a:cs typeface="Arial"/>
                <a:sym typeface="Arial"/>
              </a:defRPr>
            </a:lvl3pPr>
            <a:lvl4pPr algn="r" indent="0" lvl="3" marL="0" marR="0" rtl="0">
              <a:lnSpc>
                <a:spcPct val="100000"/>
              </a:lnSpc>
              <a:spcBef>
                <a:spcPts val="0"/>
              </a:spcBef>
              <a:spcAft>
                <a:spcPts val="0"/>
              </a:spcAft>
              <a:buClr>
                <a:srgbClr val="000000"/>
              </a:buClr>
              <a:buSzPts val="900"/>
              <a:buFont typeface="Arial"/>
              <a:buNone/>
              <a:defRPr b="0" cap="none" i="0" strike="noStrike" sz="900" u="none">
                <a:solidFill>
                  <a:srgbClr val="F3B861"/>
                </a:solidFill>
                <a:latin typeface="Arial"/>
                <a:ea typeface="Arial"/>
                <a:cs typeface="Arial"/>
                <a:sym typeface="Arial"/>
              </a:defRPr>
            </a:lvl4pPr>
            <a:lvl5pPr algn="r" indent="0" lvl="4" marL="0" marR="0" rtl="0">
              <a:lnSpc>
                <a:spcPct val="100000"/>
              </a:lnSpc>
              <a:spcBef>
                <a:spcPts val="0"/>
              </a:spcBef>
              <a:spcAft>
                <a:spcPts val="0"/>
              </a:spcAft>
              <a:buClr>
                <a:srgbClr val="000000"/>
              </a:buClr>
              <a:buSzPts val="900"/>
              <a:buFont typeface="Arial"/>
              <a:buNone/>
              <a:defRPr b="0" cap="none" i="0" strike="noStrike" sz="900" u="none">
                <a:solidFill>
                  <a:srgbClr val="F3B861"/>
                </a:solidFill>
                <a:latin typeface="Arial"/>
                <a:ea typeface="Arial"/>
                <a:cs typeface="Arial"/>
                <a:sym typeface="Arial"/>
              </a:defRPr>
            </a:lvl5pPr>
            <a:lvl6pPr algn="r" indent="0" lvl="5" marL="0" marR="0" rtl="0">
              <a:lnSpc>
                <a:spcPct val="100000"/>
              </a:lnSpc>
              <a:spcBef>
                <a:spcPts val="0"/>
              </a:spcBef>
              <a:spcAft>
                <a:spcPts val="0"/>
              </a:spcAft>
              <a:buClr>
                <a:srgbClr val="000000"/>
              </a:buClr>
              <a:buSzPts val="900"/>
              <a:buFont typeface="Arial"/>
              <a:buNone/>
              <a:defRPr b="0" cap="none" i="0" strike="noStrike" sz="900" u="none">
                <a:solidFill>
                  <a:srgbClr val="F3B861"/>
                </a:solidFill>
                <a:latin typeface="Arial"/>
                <a:ea typeface="Arial"/>
                <a:cs typeface="Arial"/>
                <a:sym typeface="Arial"/>
              </a:defRPr>
            </a:lvl6pPr>
            <a:lvl7pPr algn="r" indent="0" lvl="6" marL="0" marR="0" rtl="0">
              <a:lnSpc>
                <a:spcPct val="100000"/>
              </a:lnSpc>
              <a:spcBef>
                <a:spcPts val="0"/>
              </a:spcBef>
              <a:spcAft>
                <a:spcPts val="0"/>
              </a:spcAft>
              <a:buClr>
                <a:srgbClr val="000000"/>
              </a:buClr>
              <a:buSzPts val="900"/>
              <a:buFont typeface="Arial"/>
              <a:buNone/>
              <a:defRPr b="0" cap="none" i="0" strike="noStrike" sz="900" u="none">
                <a:solidFill>
                  <a:srgbClr val="F3B861"/>
                </a:solidFill>
                <a:latin typeface="Arial"/>
                <a:ea typeface="Arial"/>
                <a:cs typeface="Arial"/>
                <a:sym typeface="Arial"/>
              </a:defRPr>
            </a:lvl7pPr>
            <a:lvl8pPr algn="r" indent="0" lvl="7" marL="0" marR="0" rtl="0">
              <a:lnSpc>
                <a:spcPct val="100000"/>
              </a:lnSpc>
              <a:spcBef>
                <a:spcPts val="0"/>
              </a:spcBef>
              <a:spcAft>
                <a:spcPts val="0"/>
              </a:spcAft>
              <a:buClr>
                <a:srgbClr val="000000"/>
              </a:buClr>
              <a:buSzPts val="900"/>
              <a:buFont typeface="Arial"/>
              <a:buNone/>
              <a:defRPr b="0" cap="none" i="0" strike="noStrike" sz="900" u="none">
                <a:solidFill>
                  <a:srgbClr val="F3B861"/>
                </a:solidFill>
                <a:latin typeface="Arial"/>
                <a:ea typeface="Arial"/>
                <a:cs typeface="Arial"/>
                <a:sym typeface="Arial"/>
              </a:defRPr>
            </a:lvl8pPr>
            <a:lvl9pPr algn="r" indent="0" lvl="8" marL="0" marR="0" rtl="0">
              <a:lnSpc>
                <a:spcPct val="100000"/>
              </a:lnSpc>
              <a:spcBef>
                <a:spcPts val="0"/>
              </a:spcBef>
              <a:spcAft>
                <a:spcPts val="0"/>
              </a:spcAft>
              <a:buClr>
                <a:srgbClr val="000000"/>
              </a:buClr>
              <a:buSzPts val="900"/>
              <a:buFont typeface="Arial"/>
              <a:buNone/>
              <a:defRPr b="0" cap="none" i="0" strike="noStrike" sz="900" u="none">
                <a:solidFill>
                  <a:srgbClr val="F3B861"/>
                </a:solidFill>
                <a:latin typeface="Arial"/>
                <a:ea typeface="Arial"/>
                <a:cs typeface="Arial"/>
                <a:sym typeface="Arial"/>
              </a:defRPr>
            </a:lvl9pPr>
          </a:lstStyle>
          <a:p>
            <a:pPr algn="r" indent="0" lvl="0" marL="0" rtl="0">
              <a:spcBef>
                <a:spcPts val="0"/>
              </a:spcBef>
              <a:spcAft>
                <a:spcPts val="0"/>
              </a:spcAft>
              <a:buNone/>
            </a:pPr>
            <a:fld id="{00000000-1234-1234-1234-123412341234}" type="slidenum">
              <a:rPr altLang="en-AU" lang="en-A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1" name="Shape 51"/>
        <p:cNvGrpSpPr/>
        <p:nvPr/>
      </p:nvGrpSpPr>
      <p:grpSpPr>
        <a:xfrm>
          <a:off x="0" y="0"/>
          <a:ext cx="0" cy="0"/>
          <a:chOff x="0" y="0"/>
          <a:chExt cx="0" cy="0"/>
        </a:xfrm>
      </p:grpSpPr>
      <p:sp>
        <p:nvSpPr>
          <p:cNvPr id="52" name="Google Shape;52;g19545aa8c6d_0_46"/>
          <p:cNvSpPr/>
          <p:nvPr/>
        </p:nvSpPr>
        <p:spPr>
          <a:xfrm>
            <a:off x="440286" y="614407"/>
            <a:ext cx="11309400" cy="1189200"/>
          </a:xfrm>
          <a:prstGeom prst="rect">
            <a:avLst/>
          </a:prstGeom>
          <a:solidFill>
            <a:schemeClr val="accent1"/>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53" name="Google Shape;53;g19545aa8c6d_0_46"/>
          <p:cNvSpPr txBox="1"/>
          <p:nvPr>
            <p:ph type="title"/>
          </p:nvPr>
        </p:nvSpPr>
        <p:spPr>
          <a:xfrm>
            <a:off x="581192" y="702156"/>
            <a:ext cx="11029500" cy="1013700"/>
          </a:xfrm>
          <a:prstGeom prst="rect">
            <a:avLst/>
          </a:prstGeom>
          <a:noFill/>
          <a:ln>
            <a:noFill/>
          </a:ln>
        </p:spPr>
        <p:txBody>
          <a:bodyPr anchor="b" anchorCtr="0" bIns="45700" lIns="91425" numCol="1" rIns="91425" spcFirstLastPara="1" tIns="45700" wrap="square">
            <a:normAutofit/>
          </a:bodyPr>
          <a:lstStyle>
            <a:lvl1pPr algn="l" lvl="0" rtl="0">
              <a:lnSpc>
                <a:spcPct val="100000"/>
              </a:lnSpc>
              <a:spcBef>
                <a:spcPts val="0"/>
              </a:spcBef>
              <a:spcAft>
                <a:spcPts val="0"/>
              </a:spcAft>
              <a:buClr>
                <a:schemeClr val="lt1"/>
              </a:buClr>
              <a:buSzPts val="1800"/>
              <a:buNone/>
              <a:defRPr/>
            </a:lvl1pPr>
            <a:lvl2pPr algn="l" lvl="1" rtl="0">
              <a:lnSpc>
                <a:spcPct val="100000"/>
              </a:lnSpc>
              <a:spcBef>
                <a:spcPts val="0"/>
              </a:spcBef>
              <a:spcAft>
                <a:spcPts val="0"/>
              </a:spcAft>
              <a:buSzPts val="1400"/>
              <a:buNone/>
              <a:defRPr/>
            </a:lvl2pPr>
            <a:lvl3pPr algn="l" lvl="2" rtl="0">
              <a:lnSpc>
                <a:spcPct val="100000"/>
              </a:lnSpc>
              <a:spcBef>
                <a:spcPts val="0"/>
              </a:spcBef>
              <a:spcAft>
                <a:spcPts val="0"/>
              </a:spcAft>
              <a:buSzPts val="1400"/>
              <a:buNone/>
              <a:defRPr/>
            </a:lvl3pPr>
            <a:lvl4pPr algn="l" lvl="3" rtl="0">
              <a:lnSpc>
                <a:spcPct val="100000"/>
              </a:lnSpc>
              <a:spcBef>
                <a:spcPts val="0"/>
              </a:spcBef>
              <a:spcAft>
                <a:spcPts val="0"/>
              </a:spcAft>
              <a:buSzPts val="1400"/>
              <a:buNone/>
              <a:defRPr/>
            </a:lvl4pPr>
            <a:lvl5pPr algn="l" lvl="4" rtl="0">
              <a:lnSpc>
                <a:spcPct val="100000"/>
              </a:lnSpc>
              <a:spcBef>
                <a:spcPts val="0"/>
              </a:spcBef>
              <a:spcAft>
                <a:spcPts val="0"/>
              </a:spcAft>
              <a:buSzPts val="1400"/>
              <a:buNone/>
              <a:defRPr/>
            </a:lvl5pPr>
            <a:lvl6pPr algn="l" lvl="5" rtl="0">
              <a:lnSpc>
                <a:spcPct val="100000"/>
              </a:lnSpc>
              <a:spcBef>
                <a:spcPts val="0"/>
              </a:spcBef>
              <a:spcAft>
                <a:spcPts val="0"/>
              </a:spcAft>
              <a:buSzPts val="1400"/>
              <a:buNone/>
              <a:defRPr/>
            </a:lvl6pPr>
            <a:lvl7pPr algn="l" lvl="6" rtl="0">
              <a:lnSpc>
                <a:spcPct val="100000"/>
              </a:lnSpc>
              <a:spcBef>
                <a:spcPts val="0"/>
              </a:spcBef>
              <a:spcAft>
                <a:spcPts val="0"/>
              </a:spcAft>
              <a:buSzPts val="1400"/>
              <a:buNone/>
              <a:defRPr/>
            </a:lvl7pPr>
            <a:lvl8pPr algn="l" lvl="7" rtl="0">
              <a:lnSpc>
                <a:spcPct val="100000"/>
              </a:lnSpc>
              <a:spcBef>
                <a:spcPts val="0"/>
              </a:spcBef>
              <a:spcAft>
                <a:spcPts val="0"/>
              </a:spcAft>
              <a:buSzPts val="1400"/>
              <a:buNone/>
              <a:defRPr/>
            </a:lvl8pPr>
            <a:lvl9pPr algn="l" lvl="8" rtl="0">
              <a:lnSpc>
                <a:spcPct val="100000"/>
              </a:lnSpc>
              <a:spcBef>
                <a:spcPts val="0"/>
              </a:spcBef>
              <a:spcAft>
                <a:spcPts val="0"/>
              </a:spcAft>
              <a:buSzPts val="1400"/>
              <a:buNone/>
              <a:defRPr/>
            </a:lvl9pPr>
          </a:lstStyle>
          <a:p/>
        </p:txBody>
      </p:sp>
      <p:sp>
        <p:nvSpPr>
          <p:cNvPr id="54" name="Google Shape;54;g19545aa8c6d_0_46"/>
          <p:cNvSpPr txBox="1"/>
          <p:nvPr>
            <p:ph idx="1" type="body"/>
          </p:nvPr>
        </p:nvSpPr>
        <p:spPr>
          <a:xfrm>
            <a:off x="581192" y="2180496"/>
            <a:ext cx="11029500" cy="3678300"/>
          </a:xfrm>
          <a:prstGeom prst="rect">
            <a:avLst/>
          </a:prstGeom>
          <a:noFill/>
          <a:ln>
            <a:noFill/>
          </a:ln>
        </p:spPr>
        <p:txBody>
          <a:bodyPr anchor="ctr" anchorCtr="0" bIns="45700" lIns="91425" numCol="1" rIns="91425" spcFirstLastPara="1" tIns="45700" wrap="square">
            <a:normAutofit/>
          </a:bodyPr>
          <a:lstStyle>
            <a:lvl1pPr algn="l" indent="-333756" lvl="0" marL="457200" rtl="0">
              <a:lnSpc>
                <a:spcPct val="100000"/>
              </a:lnSpc>
              <a:spcBef>
                <a:spcPts val="360"/>
              </a:spcBef>
              <a:spcAft>
                <a:spcPts val="0"/>
              </a:spcAft>
              <a:buSzPts val="1656"/>
              <a:buChar char="◼"/>
              <a:defRPr/>
            </a:lvl1pPr>
            <a:lvl2pPr algn="l" indent="-333756" lvl="1" marL="914400" rtl="0">
              <a:lnSpc>
                <a:spcPct val="100000"/>
              </a:lnSpc>
              <a:spcBef>
                <a:spcPts val="600"/>
              </a:spcBef>
              <a:spcAft>
                <a:spcPts val="0"/>
              </a:spcAft>
              <a:buSzPts val="1656"/>
              <a:buChar char="◼"/>
              <a:defRPr/>
            </a:lvl2pPr>
            <a:lvl3pPr algn="l" indent="-333756" lvl="2" marL="1371600" rtl="0">
              <a:lnSpc>
                <a:spcPct val="100000"/>
              </a:lnSpc>
              <a:spcBef>
                <a:spcPts val="600"/>
              </a:spcBef>
              <a:spcAft>
                <a:spcPts val="0"/>
              </a:spcAft>
              <a:buSzPts val="1656"/>
              <a:buChar char="◼"/>
              <a:defRPr/>
            </a:lvl3pPr>
            <a:lvl4pPr algn="l" indent="-333756" lvl="3" marL="1828800" rtl="0">
              <a:lnSpc>
                <a:spcPct val="100000"/>
              </a:lnSpc>
              <a:spcBef>
                <a:spcPts val="600"/>
              </a:spcBef>
              <a:spcAft>
                <a:spcPts val="0"/>
              </a:spcAft>
              <a:buSzPts val="1656"/>
              <a:buChar char="◼"/>
              <a:defRPr/>
            </a:lvl4pPr>
            <a:lvl5pPr algn="l" indent="-333756" lvl="4" marL="2286000" rtl="0">
              <a:lnSpc>
                <a:spcPct val="100000"/>
              </a:lnSpc>
              <a:spcBef>
                <a:spcPts val="600"/>
              </a:spcBef>
              <a:spcAft>
                <a:spcPts val="0"/>
              </a:spcAft>
              <a:buSzPts val="1656"/>
              <a:buChar char="◼"/>
              <a:defRPr/>
            </a:lvl5pPr>
            <a:lvl6pPr algn="l" indent="-333756" lvl="5" marL="2743200" rtl="0">
              <a:lnSpc>
                <a:spcPct val="100000"/>
              </a:lnSpc>
              <a:spcBef>
                <a:spcPts val="600"/>
              </a:spcBef>
              <a:spcAft>
                <a:spcPts val="0"/>
              </a:spcAft>
              <a:buSzPts val="1656"/>
              <a:buChar char="◼"/>
              <a:defRPr/>
            </a:lvl6pPr>
            <a:lvl7pPr algn="l" indent="-333756" lvl="6" marL="3200400" rtl="0">
              <a:lnSpc>
                <a:spcPct val="100000"/>
              </a:lnSpc>
              <a:spcBef>
                <a:spcPts val="600"/>
              </a:spcBef>
              <a:spcAft>
                <a:spcPts val="0"/>
              </a:spcAft>
              <a:buSzPts val="1656"/>
              <a:buChar char="◼"/>
              <a:defRPr/>
            </a:lvl7pPr>
            <a:lvl8pPr algn="l" indent="-333756" lvl="7" marL="3657600" rtl="0">
              <a:lnSpc>
                <a:spcPct val="100000"/>
              </a:lnSpc>
              <a:spcBef>
                <a:spcPts val="600"/>
              </a:spcBef>
              <a:spcAft>
                <a:spcPts val="0"/>
              </a:spcAft>
              <a:buSzPts val="1656"/>
              <a:buChar char="◼"/>
              <a:defRPr/>
            </a:lvl8pPr>
            <a:lvl9pPr algn="l" indent="-333756" lvl="8" marL="4114800" rtl="0">
              <a:lnSpc>
                <a:spcPct val="100000"/>
              </a:lnSpc>
              <a:spcBef>
                <a:spcPts val="600"/>
              </a:spcBef>
              <a:spcAft>
                <a:spcPts val="600"/>
              </a:spcAft>
              <a:buSzPts val="1656"/>
              <a:buChar char="◼"/>
              <a:defRPr/>
            </a:lvl9pPr>
          </a:lstStyle>
          <a:p/>
        </p:txBody>
      </p:sp>
      <p:sp>
        <p:nvSpPr>
          <p:cNvPr id="55" name="Google Shape;55;g19545aa8c6d_0_46"/>
          <p:cNvSpPr txBox="1"/>
          <p:nvPr>
            <p:ph idx="10" type="dt"/>
          </p:nvPr>
        </p:nvSpPr>
        <p:spPr>
          <a:xfrm>
            <a:off x="7605951" y="5956137"/>
            <a:ext cx="2844900" cy="365100"/>
          </a:xfrm>
          <a:prstGeom prst="rect">
            <a:avLst/>
          </a:prstGeom>
          <a:noFill/>
          <a:ln>
            <a:noFill/>
          </a:ln>
        </p:spPr>
        <p:txBody>
          <a:bodyPr anchor="ctr" anchorCtr="0" bIns="45700" lIns="91425" numCol="1" rIns="91425" spcFirstLastPara="1" tIns="45700" wrap="square">
            <a:noAutofit/>
          </a:bodyPr>
          <a:lstStyle>
            <a:lvl1pPr algn="r" lvl="0" rtl="0">
              <a:lnSpc>
                <a:spcPct val="100000"/>
              </a:lnSpc>
              <a:spcBef>
                <a:spcPts val="0"/>
              </a:spcBef>
              <a:spcAft>
                <a:spcPts val="0"/>
              </a:spcAft>
              <a:buSzPts val="1400"/>
              <a:buNone/>
              <a:defRPr/>
            </a:lvl1pPr>
            <a:lvl2pPr algn="l" lvl="1" rtl="0">
              <a:lnSpc>
                <a:spcPct val="100000"/>
              </a:lnSpc>
              <a:spcBef>
                <a:spcPts val="0"/>
              </a:spcBef>
              <a:spcAft>
                <a:spcPts val="0"/>
              </a:spcAft>
              <a:buSzPts val="1400"/>
              <a:buNone/>
              <a:defRPr/>
            </a:lvl2pPr>
            <a:lvl3pPr algn="l" lvl="2" rtl="0">
              <a:lnSpc>
                <a:spcPct val="100000"/>
              </a:lnSpc>
              <a:spcBef>
                <a:spcPts val="0"/>
              </a:spcBef>
              <a:spcAft>
                <a:spcPts val="0"/>
              </a:spcAft>
              <a:buSzPts val="1400"/>
              <a:buNone/>
              <a:defRPr/>
            </a:lvl3pPr>
            <a:lvl4pPr algn="l" lvl="3" rtl="0">
              <a:lnSpc>
                <a:spcPct val="100000"/>
              </a:lnSpc>
              <a:spcBef>
                <a:spcPts val="0"/>
              </a:spcBef>
              <a:spcAft>
                <a:spcPts val="0"/>
              </a:spcAft>
              <a:buSzPts val="1400"/>
              <a:buNone/>
              <a:defRPr/>
            </a:lvl4pPr>
            <a:lvl5pPr algn="l" lvl="4" rtl="0">
              <a:lnSpc>
                <a:spcPct val="100000"/>
              </a:lnSpc>
              <a:spcBef>
                <a:spcPts val="0"/>
              </a:spcBef>
              <a:spcAft>
                <a:spcPts val="0"/>
              </a:spcAft>
              <a:buSzPts val="1400"/>
              <a:buNone/>
              <a:defRPr/>
            </a:lvl5pPr>
            <a:lvl6pPr algn="l" lvl="5" rtl="0">
              <a:lnSpc>
                <a:spcPct val="100000"/>
              </a:lnSpc>
              <a:spcBef>
                <a:spcPts val="0"/>
              </a:spcBef>
              <a:spcAft>
                <a:spcPts val="0"/>
              </a:spcAft>
              <a:buSzPts val="1400"/>
              <a:buNone/>
              <a:defRPr/>
            </a:lvl6pPr>
            <a:lvl7pPr algn="l" lvl="6" rtl="0">
              <a:lnSpc>
                <a:spcPct val="100000"/>
              </a:lnSpc>
              <a:spcBef>
                <a:spcPts val="0"/>
              </a:spcBef>
              <a:spcAft>
                <a:spcPts val="0"/>
              </a:spcAft>
              <a:buSzPts val="1400"/>
              <a:buNone/>
              <a:defRPr/>
            </a:lvl7pPr>
            <a:lvl8pPr algn="l" lvl="7" rtl="0">
              <a:lnSpc>
                <a:spcPct val="100000"/>
              </a:lnSpc>
              <a:spcBef>
                <a:spcPts val="0"/>
              </a:spcBef>
              <a:spcAft>
                <a:spcPts val="0"/>
              </a:spcAft>
              <a:buSzPts val="1400"/>
              <a:buNone/>
              <a:defRPr/>
            </a:lvl8pPr>
            <a:lvl9pPr algn="l" lvl="8" rtl="0">
              <a:lnSpc>
                <a:spcPct val="100000"/>
              </a:lnSpc>
              <a:spcBef>
                <a:spcPts val="0"/>
              </a:spcBef>
              <a:spcAft>
                <a:spcPts val="0"/>
              </a:spcAft>
              <a:buSzPts val="1400"/>
              <a:buNone/>
              <a:defRPr/>
            </a:lvl9pPr>
          </a:lstStyle>
          <a:p/>
        </p:txBody>
      </p:sp>
      <p:sp>
        <p:nvSpPr>
          <p:cNvPr id="56" name="Google Shape;56;g19545aa8c6d_0_46"/>
          <p:cNvSpPr txBox="1"/>
          <p:nvPr>
            <p:ph idx="11" type="ftr"/>
          </p:nvPr>
        </p:nvSpPr>
        <p:spPr>
          <a:xfrm>
            <a:off x="581192" y="5951811"/>
            <a:ext cx="6917100" cy="365100"/>
          </a:xfrm>
          <a:prstGeom prst="rect">
            <a:avLst/>
          </a:prstGeom>
          <a:noFill/>
          <a:ln>
            <a:noFill/>
          </a:ln>
        </p:spPr>
        <p:txBody>
          <a:bodyPr anchor="ctr" anchorCtr="0" bIns="45700" lIns="91425" numCol="1" rIns="91425" spcFirstLastPara="1" tIns="45700" wrap="square">
            <a:noAutofit/>
          </a:bodyPr>
          <a:lstStyle>
            <a:lvl1pPr algn="l" lvl="0" rtl="0">
              <a:lnSpc>
                <a:spcPct val="100000"/>
              </a:lnSpc>
              <a:spcBef>
                <a:spcPts val="0"/>
              </a:spcBef>
              <a:spcAft>
                <a:spcPts val="0"/>
              </a:spcAft>
              <a:buSzPts val="1400"/>
              <a:buNone/>
              <a:defRPr/>
            </a:lvl1pPr>
            <a:lvl2pPr algn="l" lvl="1" rtl="0">
              <a:lnSpc>
                <a:spcPct val="100000"/>
              </a:lnSpc>
              <a:spcBef>
                <a:spcPts val="0"/>
              </a:spcBef>
              <a:spcAft>
                <a:spcPts val="0"/>
              </a:spcAft>
              <a:buSzPts val="1400"/>
              <a:buNone/>
              <a:defRPr/>
            </a:lvl2pPr>
            <a:lvl3pPr algn="l" lvl="2" rtl="0">
              <a:lnSpc>
                <a:spcPct val="100000"/>
              </a:lnSpc>
              <a:spcBef>
                <a:spcPts val="0"/>
              </a:spcBef>
              <a:spcAft>
                <a:spcPts val="0"/>
              </a:spcAft>
              <a:buSzPts val="1400"/>
              <a:buNone/>
              <a:defRPr/>
            </a:lvl3pPr>
            <a:lvl4pPr algn="l" lvl="3" rtl="0">
              <a:lnSpc>
                <a:spcPct val="100000"/>
              </a:lnSpc>
              <a:spcBef>
                <a:spcPts val="0"/>
              </a:spcBef>
              <a:spcAft>
                <a:spcPts val="0"/>
              </a:spcAft>
              <a:buSzPts val="1400"/>
              <a:buNone/>
              <a:defRPr/>
            </a:lvl4pPr>
            <a:lvl5pPr algn="l" lvl="4" rtl="0">
              <a:lnSpc>
                <a:spcPct val="100000"/>
              </a:lnSpc>
              <a:spcBef>
                <a:spcPts val="0"/>
              </a:spcBef>
              <a:spcAft>
                <a:spcPts val="0"/>
              </a:spcAft>
              <a:buSzPts val="1400"/>
              <a:buNone/>
              <a:defRPr/>
            </a:lvl5pPr>
            <a:lvl6pPr algn="l" lvl="5" rtl="0">
              <a:lnSpc>
                <a:spcPct val="100000"/>
              </a:lnSpc>
              <a:spcBef>
                <a:spcPts val="0"/>
              </a:spcBef>
              <a:spcAft>
                <a:spcPts val="0"/>
              </a:spcAft>
              <a:buSzPts val="1400"/>
              <a:buNone/>
              <a:defRPr/>
            </a:lvl6pPr>
            <a:lvl7pPr algn="l" lvl="6" rtl="0">
              <a:lnSpc>
                <a:spcPct val="100000"/>
              </a:lnSpc>
              <a:spcBef>
                <a:spcPts val="0"/>
              </a:spcBef>
              <a:spcAft>
                <a:spcPts val="0"/>
              </a:spcAft>
              <a:buSzPts val="1400"/>
              <a:buNone/>
              <a:defRPr/>
            </a:lvl7pPr>
            <a:lvl8pPr algn="l" lvl="7" rtl="0">
              <a:lnSpc>
                <a:spcPct val="100000"/>
              </a:lnSpc>
              <a:spcBef>
                <a:spcPts val="0"/>
              </a:spcBef>
              <a:spcAft>
                <a:spcPts val="0"/>
              </a:spcAft>
              <a:buSzPts val="1400"/>
              <a:buNone/>
              <a:defRPr/>
            </a:lvl8pPr>
            <a:lvl9pPr algn="l" lvl="8" rtl="0">
              <a:lnSpc>
                <a:spcPct val="100000"/>
              </a:lnSpc>
              <a:spcBef>
                <a:spcPts val="0"/>
              </a:spcBef>
              <a:spcAft>
                <a:spcPts val="0"/>
              </a:spcAft>
              <a:buSzPts val="1400"/>
              <a:buNone/>
              <a:defRPr/>
            </a:lvl9pPr>
          </a:lstStyle>
          <a:p/>
        </p:txBody>
      </p:sp>
      <p:sp>
        <p:nvSpPr>
          <p:cNvPr id="57" name="Google Shape;57;g19545aa8c6d_0_46"/>
          <p:cNvSpPr txBox="1"/>
          <p:nvPr>
            <p:ph idx="12" type="sldNum"/>
          </p:nvPr>
        </p:nvSpPr>
        <p:spPr>
          <a:xfrm>
            <a:off x="10558300" y="5956137"/>
            <a:ext cx="1052400" cy="365100"/>
          </a:xfrm>
          <a:prstGeom prst="rect">
            <a:avLst/>
          </a:prstGeom>
          <a:noFill/>
          <a:ln>
            <a:noFill/>
          </a:ln>
        </p:spPr>
        <p:txBody>
          <a:bodyPr anchor="ctr" anchorCtr="0" bIns="45700" lIns="91425" numCol="1" rIns="91425" spcFirstLastPara="1" tIns="45700" wrap="square">
            <a:noAutofit/>
          </a:bodyPr>
          <a:lstStyle>
            <a:lvl1pPr algn="r" indent="0" lvl="0" marL="0" marR="0" rtl="0">
              <a:lnSpc>
                <a:spcPct val="100000"/>
              </a:lnSpc>
              <a:spcBef>
                <a:spcPts val="0"/>
              </a:spcBef>
              <a:spcAft>
                <a:spcPts val="0"/>
              </a:spcAft>
              <a:buClr>
                <a:srgbClr val="000000"/>
              </a:buClr>
              <a:buSzPts val="900"/>
              <a:buFont typeface="Arial"/>
              <a:buNone/>
              <a:defRPr b="0" cap="none" i="0" strike="noStrike" sz="900" u="none">
                <a:solidFill>
                  <a:schemeClr val="accent2"/>
                </a:solidFill>
                <a:latin typeface="Arial"/>
                <a:ea typeface="Arial"/>
                <a:cs typeface="Arial"/>
                <a:sym typeface="Arial"/>
              </a:defRPr>
            </a:lvl1pPr>
            <a:lvl2pPr algn="r" indent="0" lvl="1" marL="0" marR="0" rtl="0">
              <a:lnSpc>
                <a:spcPct val="100000"/>
              </a:lnSpc>
              <a:spcBef>
                <a:spcPts val="0"/>
              </a:spcBef>
              <a:spcAft>
                <a:spcPts val="0"/>
              </a:spcAft>
              <a:buClr>
                <a:srgbClr val="000000"/>
              </a:buClr>
              <a:buSzPts val="900"/>
              <a:buFont typeface="Arial"/>
              <a:buNone/>
              <a:defRPr b="0" cap="none" i="0" strike="noStrike" sz="900" u="none">
                <a:solidFill>
                  <a:schemeClr val="accent2"/>
                </a:solidFill>
                <a:latin typeface="Arial"/>
                <a:ea typeface="Arial"/>
                <a:cs typeface="Arial"/>
                <a:sym typeface="Arial"/>
              </a:defRPr>
            </a:lvl2pPr>
            <a:lvl3pPr algn="r" indent="0" lvl="2" marL="0" marR="0" rtl="0">
              <a:lnSpc>
                <a:spcPct val="100000"/>
              </a:lnSpc>
              <a:spcBef>
                <a:spcPts val="0"/>
              </a:spcBef>
              <a:spcAft>
                <a:spcPts val="0"/>
              </a:spcAft>
              <a:buClr>
                <a:srgbClr val="000000"/>
              </a:buClr>
              <a:buSzPts val="900"/>
              <a:buFont typeface="Arial"/>
              <a:buNone/>
              <a:defRPr b="0" cap="none" i="0" strike="noStrike" sz="900" u="none">
                <a:solidFill>
                  <a:schemeClr val="accent2"/>
                </a:solidFill>
                <a:latin typeface="Arial"/>
                <a:ea typeface="Arial"/>
                <a:cs typeface="Arial"/>
                <a:sym typeface="Arial"/>
              </a:defRPr>
            </a:lvl3pPr>
            <a:lvl4pPr algn="r" indent="0" lvl="3" marL="0" marR="0" rtl="0">
              <a:lnSpc>
                <a:spcPct val="100000"/>
              </a:lnSpc>
              <a:spcBef>
                <a:spcPts val="0"/>
              </a:spcBef>
              <a:spcAft>
                <a:spcPts val="0"/>
              </a:spcAft>
              <a:buClr>
                <a:srgbClr val="000000"/>
              </a:buClr>
              <a:buSzPts val="900"/>
              <a:buFont typeface="Arial"/>
              <a:buNone/>
              <a:defRPr b="0" cap="none" i="0" strike="noStrike" sz="900" u="none">
                <a:solidFill>
                  <a:schemeClr val="accent2"/>
                </a:solidFill>
                <a:latin typeface="Arial"/>
                <a:ea typeface="Arial"/>
                <a:cs typeface="Arial"/>
                <a:sym typeface="Arial"/>
              </a:defRPr>
            </a:lvl4pPr>
            <a:lvl5pPr algn="r" indent="0" lvl="4" marL="0" marR="0" rtl="0">
              <a:lnSpc>
                <a:spcPct val="100000"/>
              </a:lnSpc>
              <a:spcBef>
                <a:spcPts val="0"/>
              </a:spcBef>
              <a:spcAft>
                <a:spcPts val="0"/>
              </a:spcAft>
              <a:buClr>
                <a:srgbClr val="000000"/>
              </a:buClr>
              <a:buSzPts val="900"/>
              <a:buFont typeface="Arial"/>
              <a:buNone/>
              <a:defRPr b="0" cap="none" i="0" strike="noStrike" sz="900" u="none">
                <a:solidFill>
                  <a:schemeClr val="accent2"/>
                </a:solidFill>
                <a:latin typeface="Arial"/>
                <a:ea typeface="Arial"/>
                <a:cs typeface="Arial"/>
                <a:sym typeface="Arial"/>
              </a:defRPr>
            </a:lvl5pPr>
            <a:lvl6pPr algn="r" indent="0" lvl="5" marL="0" marR="0" rtl="0">
              <a:lnSpc>
                <a:spcPct val="100000"/>
              </a:lnSpc>
              <a:spcBef>
                <a:spcPts val="0"/>
              </a:spcBef>
              <a:spcAft>
                <a:spcPts val="0"/>
              </a:spcAft>
              <a:buClr>
                <a:srgbClr val="000000"/>
              </a:buClr>
              <a:buSzPts val="900"/>
              <a:buFont typeface="Arial"/>
              <a:buNone/>
              <a:defRPr b="0" cap="none" i="0" strike="noStrike" sz="900" u="none">
                <a:solidFill>
                  <a:schemeClr val="accent2"/>
                </a:solidFill>
                <a:latin typeface="Arial"/>
                <a:ea typeface="Arial"/>
                <a:cs typeface="Arial"/>
                <a:sym typeface="Arial"/>
              </a:defRPr>
            </a:lvl6pPr>
            <a:lvl7pPr algn="r" indent="0" lvl="6" marL="0" marR="0" rtl="0">
              <a:lnSpc>
                <a:spcPct val="100000"/>
              </a:lnSpc>
              <a:spcBef>
                <a:spcPts val="0"/>
              </a:spcBef>
              <a:spcAft>
                <a:spcPts val="0"/>
              </a:spcAft>
              <a:buClr>
                <a:srgbClr val="000000"/>
              </a:buClr>
              <a:buSzPts val="900"/>
              <a:buFont typeface="Arial"/>
              <a:buNone/>
              <a:defRPr b="0" cap="none" i="0" strike="noStrike" sz="900" u="none">
                <a:solidFill>
                  <a:schemeClr val="accent2"/>
                </a:solidFill>
                <a:latin typeface="Arial"/>
                <a:ea typeface="Arial"/>
                <a:cs typeface="Arial"/>
                <a:sym typeface="Arial"/>
              </a:defRPr>
            </a:lvl7pPr>
            <a:lvl8pPr algn="r" indent="0" lvl="7" marL="0" marR="0" rtl="0">
              <a:lnSpc>
                <a:spcPct val="100000"/>
              </a:lnSpc>
              <a:spcBef>
                <a:spcPts val="0"/>
              </a:spcBef>
              <a:spcAft>
                <a:spcPts val="0"/>
              </a:spcAft>
              <a:buClr>
                <a:srgbClr val="000000"/>
              </a:buClr>
              <a:buSzPts val="900"/>
              <a:buFont typeface="Arial"/>
              <a:buNone/>
              <a:defRPr b="0" cap="none" i="0" strike="noStrike" sz="900" u="none">
                <a:solidFill>
                  <a:schemeClr val="accent2"/>
                </a:solidFill>
                <a:latin typeface="Arial"/>
                <a:ea typeface="Arial"/>
                <a:cs typeface="Arial"/>
                <a:sym typeface="Arial"/>
              </a:defRPr>
            </a:lvl8pPr>
            <a:lvl9pPr algn="r" indent="0" lvl="8" marL="0" marR="0" rtl="0">
              <a:lnSpc>
                <a:spcPct val="100000"/>
              </a:lnSpc>
              <a:spcBef>
                <a:spcPts val="0"/>
              </a:spcBef>
              <a:spcAft>
                <a:spcPts val="0"/>
              </a:spcAft>
              <a:buClr>
                <a:srgbClr val="000000"/>
              </a:buClr>
              <a:buSzPts val="900"/>
              <a:buFont typeface="Arial"/>
              <a:buNone/>
              <a:defRPr b="0" cap="none" i="0" strike="noStrike" sz="900" u="none">
                <a:solidFill>
                  <a:schemeClr val="accent2"/>
                </a:solidFill>
                <a:latin typeface="Arial"/>
                <a:ea typeface="Arial"/>
                <a:cs typeface="Arial"/>
                <a:sym typeface="Arial"/>
              </a:defRPr>
            </a:lvl9pPr>
          </a:lstStyle>
          <a:p>
            <a:pPr algn="r" indent="0" lvl="0" marL="0" rtl="0">
              <a:spcBef>
                <a:spcPts val="0"/>
              </a:spcBef>
              <a:spcAft>
                <a:spcPts val="0"/>
              </a:spcAft>
              <a:buNone/>
            </a:pPr>
            <a:fld id="{00000000-1234-1234-1234-123412341234}" type="slidenum">
              <a:rPr altLang="en-AU" lang="en-A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4" Target="../slideLayouts/slideLayout12.xml" Type="http://schemas.openxmlformats.org/officeDocument/2006/relationships/slideLayout"/><Relationship Id="rId13" Target="../slideLayouts/slideLayout11.xml" Type="http://schemas.openxmlformats.org/officeDocument/2006/relationships/slideLayout"/><Relationship Id="rId12" Target="../slideLayouts/slideLayout10.xml" Type="http://schemas.openxmlformats.org/officeDocument/2006/relationships/slideLayout"/><Relationship Id="rId11" Target="../slideLayouts/slideLayout9.xml" Type="http://schemas.openxmlformats.org/officeDocument/2006/relationships/slideLayout"/><Relationship Id="rId9" Target="../slideLayouts/slideLayout7.xml" Type="http://schemas.openxmlformats.org/officeDocument/2006/relationships/slideLayout"/><Relationship Id="rId10" Target="../slideLayouts/slideLayout8.xml" Type="http://schemas.openxmlformats.org/officeDocument/2006/relationships/slideLayout"/><Relationship Id="rId8" Target="../slideLayouts/slideLayout6.xml" Type="http://schemas.openxmlformats.org/officeDocument/2006/relationships/slideLayout"/><Relationship Id="rId7" Target="../slideLayouts/slideLayout5.xml" Type="http://schemas.openxmlformats.org/officeDocument/2006/relationships/slideLayout"/><Relationship Id="rId6" Target="../slideLayouts/slideLayout4.xml" Type="http://schemas.openxmlformats.org/officeDocument/2006/relationships/slideLayout"/><Relationship Id="rId5" Target="../slideLayouts/slideLayout3.xml" Type="http://schemas.openxmlformats.org/officeDocument/2006/relationships/slideLayout"/><Relationship Id="rId4" Target="../slideLayouts/slideLayout2.xml" Type="http://schemas.openxmlformats.org/officeDocument/2006/relationships/slideLayout"/><Relationship Id="rId3" Target="../slideLayouts/slideLayout1.xml" Type="http://schemas.openxmlformats.org/officeDocument/2006/relationships/slideLayout"/><Relationship Id="rId2" Target="../media/image2.jpg" Type="http://schemas.openxmlformats.org/officeDocument/2006/relationships/image"/><Relationship Id="rId1" Target="../theme/theme1.xml" Type="http://schemas.openxmlformats.org/officeDocument/2006/relationships/theme"/></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blipFill>
          <a:blip r:embed="rId2">
            <a:alphaModFix/>
          </a:blip>
          <a:stretch>
            <a:fillRect/>
          </a:stretch>
        </a:blipFill>
      </p:bgPr>
    </p:bg>
    <p:spTree>
      <p:nvGrpSpPr>
        <p:cNvPr id="5" name="Shape 5"/>
        <p:cNvGrpSpPr/>
        <p:nvPr/>
      </p:nvGrpSpPr>
      <p:grpSpPr>
        <a:xfrm>
          <a:off x="0" y="0"/>
          <a:ext cx="0" cy="0"/>
          <a:chOff x="0" y="0"/>
          <a:chExt cx="0" cy="0"/>
        </a:xfrm>
      </p:grpSpPr>
      <p:sp>
        <p:nvSpPr>
          <p:cNvPr id="6" name="Google Shape;6;g19545aa8c6d_0_0"/>
          <p:cNvSpPr txBox="1"/>
          <p:nvPr>
            <p:ph type="title"/>
          </p:nvPr>
        </p:nvSpPr>
        <p:spPr>
          <a:xfrm>
            <a:off x="730700" y="574700"/>
            <a:ext cx="7347900" cy="1034100"/>
          </a:xfrm>
          <a:prstGeom prst="rect">
            <a:avLst/>
          </a:prstGeom>
          <a:noFill/>
          <a:ln>
            <a:noFill/>
          </a:ln>
        </p:spPr>
        <p:txBody>
          <a:bodyPr anchor="b" anchorCtr="0" bIns="0" lIns="0" numCol="1" rIns="0" spcFirstLastPara="1" tIns="0" wrap="square">
            <a:noAutofit/>
          </a:bodyPr>
          <a:lstStyle>
            <a:lvl1pPr lvl="0">
              <a:spcBef>
                <a:spcPts val="0"/>
              </a:spcBef>
              <a:spcAft>
                <a:spcPts val="0"/>
              </a:spcAft>
              <a:buClr>
                <a:schemeClr val="dk1"/>
              </a:buClr>
              <a:buSzPts val="3200"/>
              <a:buFont typeface="Marcellus SC"/>
              <a:buNone/>
              <a:defRPr sz="3200">
                <a:solidFill>
                  <a:schemeClr val="dk1"/>
                </a:solidFill>
                <a:latin typeface="Marcellus SC"/>
                <a:ea typeface="Marcellus SC"/>
                <a:cs typeface="Marcellus SC"/>
                <a:sym typeface="Marcellus SC"/>
              </a:defRPr>
            </a:lvl1pPr>
            <a:lvl2pPr lvl="1">
              <a:spcBef>
                <a:spcPts val="0"/>
              </a:spcBef>
              <a:spcAft>
                <a:spcPts val="0"/>
              </a:spcAft>
              <a:buClr>
                <a:schemeClr val="dk1"/>
              </a:buClr>
              <a:buSzPts val="3200"/>
              <a:buFont typeface="Marcellus SC"/>
              <a:buNone/>
              <a:defRPr sz="3200">
                <a:solidFill>
                  <a:schemeClr val="dk1"/>
                </a:solidFill>
                <a:latin typeface="Marcellus SC"/>
                <a:ea typeface="Marcellus SC"/>
                <a:cs typeface="Marcellus SC"/>
                <a:sym typeface="Marcellus SC"/>
              </a:defRPr>
            </a:lvl2pPr>
            <a:lvl3pPr lvl="2">
              <a:spcBef>
                <a:spcPts val="0"/>
              </a:spcBef>
              <a:spcAft>
                <a:spcPts val="0"/>
              </a:spcAft>
              <a:buClr>
                <a:schemeClr val="dk1"/>
              </a:buClr>
              <a:buSzPts val="3200"/>
              <a:buFont typeface="Marcellus SC"/>
              <a:buNone/>
              <a:defRPr sz="3200">
                <a:solidFill>
                  <a:schemeClr val="dk1"/>
                </a:solidFill>
                <a:latin typeface="Marcellus SC"/>
                <a:ea typeface="Marcellus SC"/>
                <a:cs typeface="Marcellus SC"/>
                <a:sym typeface="Marcellus SC"/>
              </a:defRPr>
            </a:lvl3pPr>
            <a:lvl4pPr lvl="3">
              <a:spcBef>
                <a:spcPts val="0"/>
              </a:spcBef>
              <a:spcAft>
                <a:spcPts val="0"/>
              </a:spcAft>
              <a:buClr>
                <a:schemeClr val="dk1"/>
              </a:buClr>
              <a:buSzPts val="3200"/>
              <a:buFont typeface="Marcellus SC"/>
              <a:buNone/>
              <a:defRPr sz="3200">
                <a:solidFill>
                  <a:schemeClr val="dk1"/>
                </a:solidFill>
                <a:latin typeface="Marcellus SC"/>
                <a:ea typeface="Marcellus SC"/>
                <a:cs typeface="Marcellus SC"/>
                <a:sym typeface="Marcellus SC"/>
              </a:defRPr>
            </a:lvl4pPr>
            <a:lvl5pPr lvl="4">
              <a:spcBef>
                <a:spcPts val="0"/>
              </a:spcBef>
              <a:spcAft>
                <a:spcPts val="0"/>
              </a:spcAft>
              <a:buClr>
                <a:schemeClr val="dk1"/>
              </a:buClr>
              <a:buSzPts val="3200"/>
              <a:buFont typeface="Marcellus SC"/>
              <a:buNone/>
              <a:defRPr sz="3200">
                <a:solidFill>
                  <a:schemeClr val="dk1"/>
                </a:solidFill>
                <a:latin typeface="Marcellus SC"/>
                <a:ea typeface="Marcellus SC"/>
                <a:cs typeface="Marcellus SC"/>
                <a:sym typeface="Marcellus SC"/>
              </a:defRPr>
            </a:lvl5pPr>
            <a:lvl6pPr lvl="5">
              <a:spcBef>
                <a:spcPts val="0"/>
              </a:spcBef>
              <a:spcAft>
                <a:spcPts val="0"/>
              </a:spcAft>
              <a:buClr>
                <a:schemeClr val="dk1"/>
              </a:buClr>
              <a:buSzPts val="3200"/>
              <a:buFont typeface="Marcellus SC"/>
              <a:buNone/>
              <a:defRPr sz="3200">
                <a:solidFill>
                  <a:schemeClr val="dk1"/>
                </a:solidFill>
                <a:latin typeface="Marcellus SC"/>
                <a:ea typeface="Marcellus SC"/>
                <a:cs typeface="Marcellus SC"/>
                <a:sym typeface="Marcellus SC"/>
              </a:defRPr>
            </a:lvl6pPr>
            <a:lvl7pPr lvl="6">
              <a:spcBef>
                <a:spcPts val="0"/>
              </a:spcBef>
              <a:spcAft>
                <a:spcPts val="0"/>
              </a:spcAft>
              <a:buClr>
                <a:schemeClr val="dk1"/>
              </a:buClr>
              <a:buSzPts val="3200"/>
              <a:buFont typeface="Marcellus SC"/>
              <a:buNone/>
              <a:defRPr sz="3200">
                <a:solidFill>
                  <a:schemeClr val="dk1"/>
                </a:solidFill>
                <a:latin typeface="Marcellus SC"/>
                <a:ea typeface="Marcellus SC"/>
                <a:cs typeface="Marcellus SC"/>
                <a:sym typeface="Marcellus SC"/>
              </a:defRPr>
            </a:lvl7pPr>
            <a:lvl8pPr lvl="7">
              <a:spcBef>
                <a:spcPts val="0"/>
              </a:spcBef>
              <a:spcAft>
                <a:spcPts val="0"/>
              </a:spcAft>
              <a:buClr>
                <a:schemeClr val="dk1"/>
              </a:buClr>
              <a:buSzPts val="3200"/>
              <a:buFont typeface="Marcellus SC"/>
              <a:buNone/>
              <a:defRPr sz="3200">
                <a:solidFill>
                  <a:schemeClr val="dk1"/>
                </a:solidFill>
                <a:latin typeface="Marcellus SC"/>
                <a:ea typeface="Marcellus SC"/>
                <a:cs typeface="Marcellus SC"/>
                <a:sym typeface="Marcellus SC"/>
              </a:defRPr>
            </a:lvl8pPr>
            <a:lvl9pPr lvl="8">
              <a:spcBef>
                <a:spcPts val="0"/>
              </a:spcBef>
              <a:spcAft>
                <a:spcPts val="0"/>
              </a:spcAft>
              <a:buClr>
                <a:schemeClr val="dk1"/>
              </a:buClr>
              <a:buSzPts val="3200"/>
              <a:buFont typeface="Marcellus SC"/>
              <a:buNone/>
              <a:defRPr sz="3200">
                <a:solidFill>
                  <a:schemeClr val="dk1"/>
                </a:solidFill>
                <a:latin typeface="Marcellus SC"/>
                <a:ea typeface="Marcellus SC"/>
                <a:cs typeface="Marcellus SC"/>
                <a:sym typeface="Marcellus SC"/>
              </a:defRPr>
            </a:lvl9pPr>
          </a:lstStyle>
          <a:p/>
        </p:txBody>
      </p:sp>
      <p:sp>
        <p:nvSpPr>
          <p:cNvPr id="7" name="Google Shape;7;g19545aa8c6d_0_0"/>
          <p:cNvSpPr txBox="1"/>
          <p:nvPr>
            <p:ph idx="1" type="body"/>
          </p:nvPr>
        </p:nvSpPr>
        <p:spPr>
          <a:xfrm>
            <a:off x="730700" y="1880100"/>
            <a:ext cx="7347900" cy="4281600"/>
          </a:xfrm>
          <a:prstGeom prst="rect">
            <a:avLst/>
          </a:prstGeom>
          <a:noFill/>
          <a:ln>
            <a:noFill/>
          </a:ln>
        </p:spPr>
        <p:txBody>
          <a:bodyPr anchor="t" anchorCtr="0" bIns="0" lIns="0" numCol="1" rIns="0" spcFirstLastPara="1" tIns="0" wrap="square">
            <a:noAutofit/>
          </a:bodyPr>
          <a:lstStyle>
            <a:lvl1pPr indent="-431800" lvl="0" marL="457200">
              <a:spcBef>
                <a:spcPts val="800"/>
              </a:spcBef>
              <a:spcAft>
                <a:spcPts val="0"/>
              </a:spcAft>
              <a:buClr>
                <a:schemeClr val="lt2"/>
              </a:buClr>
              <a:buSzPts val="3200"/>
              <a:buFont typeface="EB Garamond"/>
              <a:buChar char="⬗"/>
              <a:defRPr sz="3200">
                <a:solidFill>
                  <a:schemeClr val="dk1"/>
                </a:solidFill>
                <a:latin typeface="EB Garamond"/>
                <a:ea typeface="EB Garamond"/>
                <a:cs typeface="EB Garamond"/>
                <a:sym typeface="EB Garamond"/>
              </a:defRPr>
            </a:lvl1pPr>
            <a:lvl2pPr indent="-431800" lvl="1" marL="914400">
              <a:spcBef>
                <a:spcPts val="0"/>
              </a:spcBef>
              <a:spcAft>
                <a:spcPts val="0"/>
              </a:spcAft>
              <a:buClr>
                <a:schemeClr val="lt2"/>
              </a:buClr>
              <a:buSzPts val="3200"/>
              <a:buFont typeface="EB Garamond"/>
              <a:buChar char="⬗"/>
              <a:defRPr sz="3200">
                <a:solidFill>
                  <a:schemeClr val="dk1"/>
                </a:solidFill>
                <a:latin typeface="EB Garamond"/>
                <a:ea typeface="EB Garamond"/>
                <a:cs typeface="EB Garamond"/>
                <a:sym typeface="EB Garamond"/>
              </a:defRPr>
            </a:lvl2pPr>
            <a:lvl3pPr indent="-431800" lvl="2" marL="1371600">
              <a:spcBef>
                <a:spcPts val="0"/>
              </a:spcBef>
              <a:spcAft>
                <a:spcPts val="0"/>
              </a:spcAft>
              <a:buClr>
                <a:schemeClr val="lt2"/>
              </a:buClr>
              <a:buSzPts val="3200"/>
              <a:buFont typeface="EB Garamond"/>
              <a:buChar char="⬗"/>
              <a:defRPr sz="3200">
                <a:solidFill>
                  <a:schemeClr val="dk1"/>
                </a:solidFill>
                <a:latin typeface="EB Garamond"/>
                <a:ea typeface="EB Garamond"/>
                <a:cs typeface="EB Garamond"/>
                <a:sym typeface="EB Garamond"/>
              </a:defRPr>
            </a:lvl3pPr>
            <a:lvl4pPr indent="-431800" lvl="3" marL="1828800">
              <a:spcBef>
                <a:spcPts val="0"/>
              </a:spcBef>
              <a:spcAft>
                <a:spcPts val="0"/>
              </a:spcAft>
              <a:buClr>
                <a:schemeClr val="lt2"/>
              </a:buClr>
              <a:buSzPts val="3200"/>
              <a:buFont typeface="EB Garamond"/>
              <a:buChar char="●"/>
              <a:defRPr sz="3200">
                <a:solidFill>
                  <a:schemeClr val="dk1"/>
                </a:solidFill>
                <a:latin typeface="EB Garamond"/>
                <a:ea typeface="EB Garamond"/>
                <a:cs typeface="EB Garamond"/>
                <a:sym typeface="EB Garamond"/>
              </a:defRPr>
            </a:lvl4pPr>
            <a:lvl5pPr indent="-431800" lvl="4" marL="2286000">
              <a:spcBef>
                <a:spcPts val="0"/>
              </a:spcBef>
              <a:spcAft>
                <a:spcPts val="0"/>
              </a:spcAft>
              <a:buClr>
                <a:schemeClr val="lt2"/>
              </a:buClr>
              <a:buSzPts val="3200"/>
              <a:buFont typeface="EB Garamond"/>
              <a:buChar char="○"/>
              <a:defRPr sz="3200">
                <a:solidFill>
                  <a:schemeClr val="dk1"/>
                </a:solidFill>
                <a:latin typeface="EB Garamond"/>
                <a:ea typeface="EB Garamond"/>
                <a:cs typeface="EB Garamond"/>
                <a:sym typeface="EB Garamond"/>
              </a:defRPr>
            </a:lvl5pPr>
            <a:lvl6pPr indent="-431800" lvl="5" marL="2743200">
              <a:spcBef>
                <a:spcPts val="0"/>
              </a:spcBef>
              <a:spcAft>
                <a:spcPts val="0"/>
              </a:spcAft>
              <a:buClr>
                <a:schemeClr val="lt2"/>
              </a:buClr>
              <a:buSzPts val="3200"/>
              <a:buFont typeface="EB Garamond"/>
              <a:buChar char="■"/>
              <a:defRPr sz="3200">
                <a:solidFill>
                  <a:schemeClr val="dk1"/>
                </a:solidFill>
                <a:latin typeface="EB Garamond"/>
                <a:ea typeface="EB Garamond"/>
                <a:cs typeface="EB Garamond"/>
                <a:sym typeface="EB Garamond"/>
              </a:defRPr>
            </a:lvl6pPr>
            <a:lvl7pPr indent="-431800" lvl="6" marL="3200400">
              <a:spcBef>
                <a:spcPts val="0"/>
              </a:spcBef>
              <a:spcAft>
                <a:spcPts val="0"/>
              </a:spcAft>
              <a:buClr>
                <a:schemeClr val="lt2"/>
              </a:buClr>
              <a:buSzPts val="3200"/>
              <a:buFont typeface="EB Garamond"/>
              <a:buChar char="●"/>
              <a:defRPr sz="3200">
                <a:solidFill>
                  <a:schemeClr val="dk1"/>
                </a:solidFill>
                <a:latin typeface="EB Garamond"/>
                <a:ea typeface="EB Garamond"/>
                <a:cs typeface="EB Garamond"/>
                <a:sym typeface="EB Garamond"/>
              </a:defRPr>
            </a:lvl7pPr>
            <a:lvl8pPr indent="-431800" lvl="7" marL="3657600">
              <a:spcBef>
                <a:spcPts val="0"/>
              </a:spcBef>
              <a:spcAft>
                <a:spcPts val="0"/>
              </a:spcAft>
              <a:buClr>
                <a:schemeClr val="lt2"/>
              </a:buClr>
              <a:buSzPts val="3200"/>
              <a:buFont typeface="EB Garamond"/>
              <a:buChar char="○"/>
              <a:defRPr sz="3200">
                <a:solidFill>
                  <a:schemeClr val="dk1"/>
                </a:solidFill>
                <a:latin typeface="EB Garamond"/>
                <a:ea typeface="EB Garamond"/>
                <a:cs typeface="EB Garamond"/>
                <a:sym typeface="EB Garamond"/>
              </a:defRPr>
            </a:lvl8pPr>
            <a:lvl9pPr indent="-431800" lvl="8" marL="4114800">
              <a:spcBef>
                <a:spcPts val="0"/>
              </a:spcBef>
              <a:spcAft>
                <a:spcPts val="0"/>
              </a:spcAft>
              <a:buClr>
                <a:schemeClr val="lt2"/>
              </a:buClr>
              <a:buSzPts val="3200"/>
              <a:buFont typeface="EB Garamond"/>
              <a:buChar char="■"/>
              <a:defRPr sz="3200">
                <a:solidFill>
                  <a:schemeClr val="dk1"/>
                </a:solidFill>
                <a:latin typeface="EB Garamond"/>
                <a:ea typeface="EB Garamond"/>
                <a:cs typeface="EB Garamond"/>
                <a:sym typeface="EB Garamond"/>
              </a:defRPr>
            </a:lvl9pPr>
          </a:lstStyle>
          <a:p/>
        </p:txBody>
      </p:sp>
      <p:sp>
        <p:nvSpPr>
          <p:cNvPr id="8" name="Google Shape;8;g19545aa8c6d_0_0"/>
          <p:cNvSpPr txBox="1"/>
          <p:nvPr>
            <p:ph idx="12" type="sldNum"/>
          </p:nvPr>
        </p:nvSpPr>
        <p:spPr>
          <a:xfrm>
            <a:off x="361067" y="6510600"/>
            <a:ext cx="11486100" cy="347100"/>
          </a:xfrm>
          <a:prstGeom prst="rect">
            <a:avLst/>
          </a:prstGeom>
          <a:noFill/>
          <a:ln>
            <a:noFill/>
          </a:ln>
        </p:spPr>
        <p:txBody>
          <a:bodyPr anchor="ctr" anchorCtr="0" bIns="0" lIns="0" numCol="1" rIns="0" spcFirstLastPara="1" tIns="0" wrap="square">
            <a:noAutofit/>
          </a:bodyPr>
          <a:lstStyle>
            <a:lvl1pPr lvl="0">
              <a:buNone/>
              <a:defRPr sz="1300">
                <a:solidFill>
                  <a:schemeClr val="dk1"/>
                </a:solidFill>
                <a:latin typeface="Frank Ruhl Libre"/>
                <a:ea typeface="Frank Ruhl Libre"/>
                <a:cs typeface="Frank Ruhl Libre"/>
                <a:sym typeface="Frank Ruhl Libre"/>
              </a:defRPr>
            </a:lvl1pPr>
            <a:lvl2pPr lvl="1">
              <a:buNone/>
              <a:defRPr sz="1300">
                <a:solidFill>
                  <a:schemeClr val="dk1"/>
                </a:solidFill>
                <a:latin typeface="Frank Ruhl Libre"/>
                <a:ea typeface="Frank Ruhl Libre"/>
                <a:cs typeface="Frank Ruhl Libre"/>
                <a:sym typeface="Frank Ruhl Libre"/>
              </a:defRPr>
            </a:lvl2pPr>
            <a:lvl3pPr lvl="2">
              <a:buNone/>
              <a:defRPr sz="1300">
                <a:solidFill>
                  <a:schemeClr val="dk1"/>
                </a:solidFill>
                <a:latin typeface="Frank Ruhl Libre"/>
                <a:ea typeface="Frank Ruhl Libre"/>
                <a:cs typeface="Frank Ruhl Libre"/>
                <a:sym typeface="Frank Ruhl Libre"/>
              </a:defRPr>
            </a:lvl3pPr>
            <a:lvl4pPr lvl="3">
              <a:buNone/>
              <a:defRPr sz="1300">
                <a:solidFill>
                  <a:schemeClr val="dk1"/>
                </a:solidFill>
                <a:latin typeface="Frank Ruhl Libre"/>
                <a:ea typeface="Frank Ruhl Libre"/>
                <a:cs typeface="Frank Ruhl Libre"/>
                <a:sym typeface="Frank Ruhl Libre"/>
              </a:defRPr>
            </a:lvl4pPr>
            <a:lvl5pPr lvl="4">
              <a:buNone/>
              <a:defRPr sz="1300">
                <a:solidFill>
                  <a:schemeClr val="dk1"/>
                </a:solidFill>
                <a:latin typeface="Frank Ruhl Libre"/>
                <a:ea typeface="Frank Ruhl Libre"/>
                <a:cs typeface="Frank Ruhl Libre"/>
                <a:sym typeface="Frank Ruhl Libre"/>
              </a:defRPr>
            </a:lvl5pPr>
            <a:lvl6pPr lvl="5">
              <a:buNone/>
              <a:defRPr sz="1300">
                <a:solidFill>
                  <a:schemeClr val="dk1"/>
                </a:solidFill>
                <a:latin typeface="Frank Ruhl Libre"/>
                <a:ea typeface="Frank Ruhl Libre"/>
                <a:cs typeface="Frank Ruhl Libre"/>
                <a:sym typeface="Frank Ruhl Libre"/>
              </a:defRPr>
            </a:lvl6pPr>
            <a:lvl7pPr lvl="6">
              <a:buNone/>
              <a:defRPr sz="1300">
                <a:solidFill>
                  <a:schemeClr val="dk1"/>
                </a:solidFill>
                <a:latin typeface="Frank Ruhl Libre"/>
                <a:ea typeface="Frank Ruhl Libre"/>
                <a:cs typeface="Frank Ruhl Libre"/>
                <a:sym typeface="Frank Ruhl Libre"/>
              </a:defRPr>
            </a:lvl7pPr>
            <a:lvl8pPr lvl="7">
              <a:buNone/>
              <a:defRPr sz="1300">
                <a:solidFill>
                  <a:schemeClr val="dk1"/>
                </a:solidFill>
                <a:latin typeface="Frank Ruhl Libre"/>
                <a:ea typeface="Frank Ruhl Libre"/>
                <a:cs typeface="Frank Ruhl Libre"/>
                <a:sym typeface="Frank Ruhl Libre"/>
              </a:defRPr>
            </a:lvl8pPr>
            <a:lvl9pPr lvl="8">
              <a:buNone/>
              <a:defRPr sz="1300">
                <a:solidFill>
                  <a:schemeClr val="dk1"/>
                </a:solidFill>
                <a:latin typeface="Frank Ruhl Libre"/>
                <a:ea typeface="Frank Ruhl Libre"/>
                <a:cs typeface="Frank Ruhl Libre"/>
                <a:sym typeface="Frank Ruhl Libre"/>
              </a:defRPr>
            </a:lvl9pPr>
          </a:lstStyle>
          <a:p>
            <a:pPr algn="l" indent="0" lvl="0" marL="0" rtl="0">
              <a:spcBef>
                <a:spcPts val="0"/>
              </a:spcBef>
              <a:spcAft>
                <a:spcPts val="0"/>
              </a:spcAft>
              <a:buNone/>
            </a:pPr>
            <a:fld id="{00000000-1234-1234-1234-123412341234}" type="slidenum">
              <a:rPr altLang="en-AU" lang="en-AU"/>
              <a:t>‹#›</a:t>
            </a:fld>
            <a:endParaRPr/>
          </a:p>
        </p:txBody>
      </p:sp>
    </p:spTree>
  </p:cSld>
  <p:clrMap accent1="accent1" accent2="accent2" accent3="accent3" accent4="accent4" accent5="accent5" accent6="accent6" bg1="lt1" bg2="dk2" folHlink="folHlink" hlink="hlink" tx1="dk1" tx2="lt2"/>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transition>
    <p:fade thruBlk="1"/>
  </p:transition>
  <p:hf dt="0" ftr="0" hdr="0" sldNum="0"/>
  <p:txStyles>
    <p:title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titleStyle>
    <p:body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bodyStyle>
    <p:other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arget="../notesSlides/notesSlide1.xml" Type="http://schemas.openxmlformats.org/officeDocument/2006/relationships/notesSlide"/><Relationship Id="rId1" Target="../slideLayouts/slideLayout1.xml" Type="http://schemas.openxmlformats.org/officeDocument/2006/relationships/slideLayout"/></Relationships>
</file>

<file path=ppt/slides/_rels/slide2.xml.rels><?xml version="1.0" encoding="UTF-8" standalone="yes"?><Relationships xmlns="http://schemas.openxmlformats.org/package/2006/relationships"><Relationship Id="rId3" Target="../media/image8.png" Type="http://schemas.openxmlformats.org/officeDocument/2006/relationships/image"/><Relationship Id="rId2" Target="../notesSlides/notesSlide2.xml" Type="http://schemas.openxmlformats.org/officeDocument/2006/relationships/notesSlide"/><Relationship Id="rId1" Target="../slideLayouts/slideLayout4.xml" Type="http://schemas.openxmlformats.org/officeDocument/2006/relationships/slideLayout"/></Relationships>
</file>

<file path=ppt/slides/_rels/slide3.xml.rels><?xml version="1.0" encoding="UTF-8" standalone="yes"?><Relationships xmlns="http://schemas.openxmlformats.org/package/2006/relationships"><Relationship Id="rId13" Target="https://www.merriam-webster.com/thesaurus/legend" TargetMode="External" Type="http://schemas.openxmlformats.org/officeDocument/2006/relationships/hyperlink"/><Relationship Id="rId12" Target="https://www.merriam-webster.com/thesaurus/autobiography" TargetMode="External" Type="http://schemas.openxmlformats.org/officeDocument/2006/relationships/hyperlink"/><Relationship Id="rId11" Target="https://www.merriam-webster.com/thesaurus/archives" TargetMode="External" Type="http://schemas.openxmlformats.org/officeDocument/2006/relationships/hyperlink"/><Relationship Id="rId10" Target="https://www.merriam-webster.com/thesaurus/memoir" TargetMode="External" Type="http://schemas.openxmlformats.org/officeDocument/2006/relationships/hyperlink"/><Relationship Id="rId9" Target="https://www.merriam-webster.com/thesaurus/diary" TargetMode="External" Type="http://schemas.openxmlformats.org/officeDocument/2006/relationships/hyperlink"/><Relationship Id="rId8" Target="https://www.merriam-webster.com/thesaurus/narrative" TargetMode="External" Type="http://schemas.openxmlformats.org/officeDocument/2006/relationships/hyperlink"/><Relationship Id="rId7" Target="https://www.merriam-webster.com/thesaurus/life" TargetMode="External" Type="http://schemas.openxmlformats.org/officeDocument/2006/relationships/hyperlink"/><Relationship Id="rId6" Target="https://www.merriam-webster.com/thesaurus/journal" TargetMode="External" Type="http://schemas.openxmlformats.org/officeDocument/2006/relationships/hyperlink"/><Relationship Id="rId5" Target="https://www.merriam-webster.com/thesaurus/chronology" TargetMode="External" Type="http://schemas.openxmlformats.org/officeDocument/2006/relationships/hyperlink"/><Relationship Id="rId4" Target="https://www.merriam-webster.com/thesaurus/documentation" TargetMode="External" Type="http://schemas.openxmlformats.org/officeDocument/2006/relationships/hyperlink"/><Relationship Id="rId3" Target="https://www.merriam-webster.com/thesaurus/biography" TargetMode="External" Type="http://schemas.openxmlformats.org/officeDocument/2006/relationships/hyperlink"/><Relationship Id="rId2" Target="../notesSlides/notesSlide3.xml" Type="http://schemas.openxmlformats.org/officeDocument/2006/relationships/notesSlide"/><Relationship Id="rId1" Target="../slideLayouts/slideLayout4.xml" Type="http://schemas.openxmlformats.org/officeDocument/2006/relationships/slideLayout"/></Relationships>
</file>

<file path=ppt/slides/_rels/slide4.xml.rels><?xml version="1.0" encoding="UTF-8" standalone="yes"?><Relationships xmlns="http://schemas.openxmlformats.org/package/2006/relationships"><Relationship Id="rId4" Target="../media/image13.png" Type="http://schemas.openxmlformats.org/officeDocument/2006/relationships/image"/><Relationship Id="rId3" Target="../media/image12.png" Type="http://schemas.openxmlformats.org/officeDocument/2006/relationships/image"/><Relationship Id="rId2" Target="../notesSlides/notesSlide4.xml" Type="http://schemas.openxmlformats.org/officeDocument/2006/relationships/notesSlide"/><Relationship Id="rId1" Target="../slideLayouts/slideLayout4.xml" Type="http://schemas.openxmlformats.org/officeDocument/2006/relationships/slideLayout"/></Relationships>
</file>

<file path=ppt/slides/_rels/slide5.xml.rels><?xml version="1.0" encoding="UTF-8" standalone="yes"?><Relationships xmlns="http://schemas.openxmlformats.org/package/2006/relationships"><Relationship Id="rId5" Target="../media/image6.png" Type="http://schemas.openxmlformats.org/officeDocument/2006/relationships/image"/><Relationship Id="rId4" Target="../media/image11.jpg" Type="http://schemas.openxmlformats.org/officeDocument/2006/relationships/image"/><Relationship Id="rId3" Target="http://www.youtube.com/watch?v=tXIep5BiykE" TargetMode="External" Type="http://schemas.openxmlformats.org/officeDocument/2006/relationships/hyperlink"/><Relationship Id="rId2" Target="../notesSlides/notesSlide5.xml" Type="http://schemas.openxmlformats.org/officeDocument/2006/relationships/notesSlide"/><Relationship Id="rId1" Target="../slideLayouts/slideLayout4.xml" Type="http://schemas.openxmlformats.org/officeDocument/2006/relationships/slideLayout"/></Relationships>
</file>

<file path=ppt/slides/_rels/slide6.xml.rels><?xml version="1.0" encoding="UTF-8" standalone="yes"?><Relationships xmlns="http://schemas.openxmlformats.org/package/2006/relationships"><Relationship Id="rId2" Target="../notesSlides/notesSlide6.xml" Type="http://schemas.openxmlformats.org/officeDocument/2006/relationships/notesSlide"/><Relationship Id="rId1" Target="../slideLayouts/slideLayout5.xml" Type="http://schemas.openxmlformats.org/officeDocument/2006/relationships/slideLayout"/></Relationships>
</file>

<file path=ppt/slides/_rels/slide7.xml.rels><?xml version="1.0" encoding="UTF-8" standalone="yes"?><Relationships xmlns="http://schemas.openxmlformats.org/package/2006/relationships"><Relationship Id="rId5" Target="../media/image4.png" Type="http://schemas.openxmlformats.org/officeDocument/2006/relationships/image"/><Relationship Id="rId4" Target="https://docs.google.com/document/d/17FCrryNBKLOxgpTnMEQNYb9bnZUczLwl1oXNfak0wbI/copy" TargetMode="External" Type="http://schemas.openxmlformats.org/officeDocument/2006/relationships/hyperlink"/><Relationship Id="rId3" Target="../media/image5.png" Type="http://schemas.openxmlformats.org/officeDocument/2006/relationships/image"/><Relationship Id="rId2" Target="../notesSlides/notesSlide7.xml" Type="http://schemas.openxmlformats.org/officeDocument/2006/relationships/notesSlide"/><Relationship Id="rId1" Target="../slideLayouts/slideLayout5.xml" Type="http://schemas.openxmlformats.org/officeDocument/2006/relationships/slideLayout"/></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27"/>
          <p:cNvSpPr txBox="1"/>
          <p:nvPr>
            <p:ph type="ctrTitle"/>
          </p:nvPr>
        </p:nvSpPr>
        <p:spPr>
          <a:xfrm>
            <a:off x="1223300" y="2655767"/>
            <a:ext cx="6798000" cy="1546500"/>
          </a:xfrm>
          <a:prstGeom prst="rect">
            <a:avLst/>
          </a:prstGeom>
          <a:noFill/>
          <a:ln>
            <a:noFill/>
          </a:ln>
        </p:spPr>
        <p:txBody>
          <a:bodyPr anchor="b" anchorCtr="0" bIns="45700" lIns="91425" numCol="1" rIns="91425" spcFirstLastPara="1" tIns="45700" wrap="square">
            <a:noAutofit/>
          </a:bodyPr>
          <a:lstStyle/>
          <a:p>
            <a:pPr algn="l" indent="0" lvl="0" marL="0" rtl="0">
              <a:lnSpc>
                <a:spcPct val="100000"/>
              </a:lnSpc>
              <a:spcBef>
                <a:spcPts val="0"/>
              </a:spcBef>
              <a:spcAft>
                <a:spcPts val="0"/>
              </a:spcAft>
              <a:buClr>
                <a:schemeClr val="accent1"/>
              </a:buClr>
              <a:buSzPts val="3600"/>
              <a:buFont typeface="Arial"/>
              <a:buNone/>
            </a:pPr>
            <a:r>
              <a:rPr altLang="en-AU" lang="en-AU" sz="5300">
                <a:solidFill>
                  <a:srgbClr val="08A84D"/>
                </a:solidFill>
                <a:latin typeface="Calibri"/>
                <a:ea typeface="Calibri"/>
                <a:cs typeface="Calibri"/>
                <a:sym typeface="Calibri"/>
              </a:rPr>
              <a:t>Investigating the Ancient Past</a:t>
            </a:r>
            <a:endParaRPr sz="4900">
              <a:solidFill>
                <a:srgbClr val="08A84D"/>
              </a:solidFill>
              <a:latin typeface="Calibri"/>
              <a:ea typeface="Calibri"/>
              <a:cs typeface="Calibri"/>
              <a:sym typeface="Calibri"/>
            </a:endParaRPr>
          </a:p>
        </p:txBody>
      </p:sp>
      <p:sp>
        <p:nvSpPr>
          <p:cNvPr id="63" name="Google Shape;63;p27"/>
          <p:cNvSpPr txBox="1"/>
          <p:nvPr>
            <p:ph type="ctrTitle"/>
          </p:nvPr>
        </p:nvSpPr>
        <p:spPr>
          <a:xfrm>
            <a:off x="1214425" y="4300619"/>
            <a:ext cx="2783400" cy="381600"/>
          </a:xfrm>
          <a:prstGeom prst="rect">
            <a:avLst/>
          </a:prstGeom>
          <a:noFill/>
          <a:ln>
            <a:noFill/>
          </a:ln>
        </p:spPr>
        <p:txBody>
          <a:bodyPr anchor="b" anchorCtr="0" bIns="45700" lIns="91425" numCol="1" rIns="91425" spcFirstLastPara="1" tIns="45700" wrap="square">
            <a:noAutofit/>
          </a:bodyPr>
          <a:lstStyle/>
          <a:p>
            <a:pPr algn="l" indent="0" lvl="0" marL="0" rtl="0">
              <a:lnSpc>
                <a:spcPct val="100000"/>
              </a:lnSpc>
              <a:spcBef>
                <a:spcPts val="0"/>
              </a:spcBef>
              <a:spcAft>
                <a:spcPts val="0"/>
              </a:spcAft>
              <a:buClr>
                <a:schemeClr val="accent1"/>
              </a:buClr>
              <a:buSzPts val="3600"/>
              <a:buFont typeface="Arial"/>
              <a:buNone/>
            </a:pPr>
            <a:r>
              <a:rPr altLang="en-AU" lang="en-AU" sz="1900">
                <a:latin typeface="Calibri"/>
                <a:ea typeface="Calibri"/>
                <a:cs typeface="Calibri"/>
                <a:sym typeface="Calibri"/>
              </a:rPr>
              <a:t>Introduction to History</a:t>
            </a:r>
            <a:endParaRPr sz="15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102b9fa285c_0_0"/>
          <p:cNvSpPr txBox="1"/>
          <p:nvPr>
            <p:ph type="title"/>
          </p:nvPr>
        </p:nvSpPr>
        <p:spPr>
          <a:xfrm>
            <a:off x="730700" y="423325"/>
            <a:ext cx="7347900" cy="837300"/>
          </a:xfrm>
          <a:prstGeom prst="rect">
            <a:avLst/>
          </a:prstGeom>
          <a:noFill/>
          <a:ln>
            <a:noFill/>
          </a:ln>
        </p:spPr>
        <p:txBody>
          <a:bodyPr anchor="b" anchorCtr="0" bIns="45700" lIns="91425" numCol="1" rIns="91425" spcFirstLastPara="1" tIns="45700" wrap="square">
            <a:normAutofit/>
          </a:bodyPr>
          <a:lstStyle/>
          <a:p>
            <a:pPr algn="l" indent="0" lvl="0" marL="0" rtl="0">
              <a:lnSpc>
                <a:spcPct val="100000"/>
              </a:lnSpc>
              <a:spcBef>
                <a:spcPts val="0"/>
              </a:spcBef>
              <a:spcAft>
                <a:spcPts val="0"/>
              </a:spcAft>
              <a:buSzPts val="1800"/>
              <a:buNone/>
            </a:pPr>
            <a:r>
              <a:rPr altLang="en-AU" lang="en-AU" sz="4500">
                <a:solidFill>
                  <a:srgbClr val="08A84D"/>
                </a:solidFill>
                <a:latin typeface="Calibri"/>
                <a:ea typeface="Calibri"/>
                <a:cs typeface="Calibri"/>
                <a:sym typeface="Calibri"/>
              </a:rPr>
              <a:t>So, what is ‘History’?</a:t>
            </a:r>
            <a:endParaRPr sz="4500">
              <a:solidFill>
                <a:srgbClr val="08A84D"/>
              </a:solidFill>
              <a:latin typeface="Calibri"/>
              <a:ea typeface="Calibri"/>
              <a:cs typeface="Calibri"/>
              <a:sym typeface="Calibri"/>
            </a:endParaRPr>
          </a:p>
        </p:txBody>
      </p:sp>
      <p:sp>
        <p:nvSpPr>
          <p:cNvPr id="77" name="Google Shape;77;g102b9fa285c_0_0"/>
          <p:cNvSpPr txBox="1"/>
          <p:nvPr>
            <p:ph idx="1" type="body"/>
          </p:nvPr>
        </p:nvSpPr>
        <p:spPr>
          <a:xfrm>
            <a:off x="730700" y="1437950"/>
            <a:ext cx="7124400" cy="4911900"/>
          </a:xfrm>
          <a:prstGeom prst="rect">
            <a:avLst/>
          </a:prstGeom>
          <a:noFill/>
          <a:ln>
            <a:noFill/>
          </a:ln>
        </p:spPr>
        <p:txBody>
          <a:bodyPr anchor="ctr" anchorCtr="0" bIns="45700" lIns="91425" numCol="1" rIns="91425" spcFirstLastPara="1" tIns="45700" wrap="square">
            <a:noAutofit/>
          </a:bodyPr>
          <a:lstStyle/>
          <a:p>
            <a:pPr algn="l" indent="0" lvl="0" marL="0" marR="0" rtl="0">
              <a:lnSpc>
                <a:spcPct val="80000"/>
              </a:lnSpc>
              <a:spcBef>
                <a:spcPts val="360"/>
              </a:spcBef>
              <a:spcAft>
                <a:spcPts val="0"/>
              </a:spcAft>
              <a:buClr>
                <a:schemeClr val="dk1"/>
              </a:buClr>
              <a:buSzPts val="1018"/>
              <a:buFont typeface="Arial"/>
              <a:buNone/>
            </a:pPr>
            <a:r>
              <a:rPr altLang="en-AU" lang="en-AU" sz="2320">
                <a:latin typeface="Calibri"/>
                <a:ea typeface="Calibri"/>
                <a:cs typeface="Calibri"/>
                <a:sym typeface="Calibri"/>
              </a:rPr>
              <a:t>On your first page of your HASS book, we will create a History Mindmap. </a:t>
            </a:r>
            <a:endParaRPr sz="2320">
              <a:latin typeface="Calibri"/>
              <a:ea typeface="Calibri"/>
              <a:cs typeface="Calibri"/>
              <a:sym typeface="Calibri"/>
            </a:endParaRPr>
          </a:p>
          <a:p>
            <a:pPr algn="l" indent="0" lvl="0" marL="0" marR="0" rtl="0">
              <a:lnSpc>
                <a:spcPct val="80000"/>
              </a:lnSpc>
              <a:spcBef>
                <a:spcPts val="360"/>
              </a:spcBef>
              <a:spcAft>
                <a:spcPts val="0"/>
              </a:spcAft>
              <a:buClr>
                <a:schemeClr val="dk1"/>
              </a:buClr>
              <a:buSzPts val="1018"/>
              <a:buFont typeface="Arial"/>
              <a:buNone/>
            </a:pPr>
            <a:r>
              <a:t/>
            </a:r>
            <a:endParaRPr sz="2320">
              <a:latin typeface="Calibri"/>
              <a:ea typeface="Calibri"/>
              <a:cs typeface="Calibri"/>
              <a:sym typeface="Calibri"/>
            </a:endParaRPr>
          </a:p>
          <a:p>
            <a:pPr algn="l" indent="0" lvl="0" marL="0" marR="0" rtl="0">
              <a:lnSpc>
                <a:spcPct val="80000"/>
              </a:lnSpc>
              <a:spcBef>
                <a:spcPts val="360"/>
              </a:spcBef>
              <a:spcAft>
                <a:spcPts val="0"/>
              </a:spcAft>
              <a:buClr>
                <a:schemeClr val="dk1"/>
              </a:buClr>
              <a:buSzPts val="1018"/>
              <a:buFont typeface="Arial"/>
              <a:buNone/>
            </a:pPr>
            <a:r>
              <a:rPr altLang="en-AU" lang="en-AU" sz="2320">
                <a:latin typeface="Calibri"/>
                <a:ea typeface="Calibri"/>
                <a:cs typeface="Calibri"/>
                <a:sym typeface="Calibri"/>
              </a:rPr>
              <a:t>Place the word 'History' in the centre of your page.</a:t>
            </a:r>
            <a:endParaRPr sz="2320">
              <a:latin typeface="Calibri"/>
              <a:ea typeface="Calibri"/>
              <a:cs typeface="Calibri"/>
              <a:sym typeface="Calibri"/>
            </a:endParaRPr>
          </a:p>
          <a:p>
            <a:pPr algn="l" indent="0" lvl="0" marL="0" marR="0" rtl="0">
              <a:lnSpc>
                <a:spcPct val="80000"/>
              </a:lnSpc>
              <a:spcBef>
                <a:spcPts val="360"/>
              </a:spcBef>
              <a:spcAft>
                <a:spcPts val="0"/>
              </a:spcAft>
              <a:buClr>
                <a:schemeClr val="dk1"/>
              </a:buClr>
              <a:buSzPts val="1018"/>
              <a:buFont typeface="Arial"/>
              <a:buNone/>
            </a:pPr>
            <a:r>
              <a:t/>
            </a:r>
            <a:endParaRPr sz="2320">
              <a:latin typeface="Calibri"/>
              <a:ea typeface="Calibri"/>
              <a:cs typeface="Calibri"/>
              <a:sym typeface="Calibri"/>
            </a:endParaRPr>
          </a:p>
          <a:p>
            <a:pPr algn="l" indent="0" lvl="0" marL="0" marR="0" rtl="0">
              <a:lnSpc>
                <a:spcPct val="80000"/>
              </a:lnSpc>
              <a:spcBef>
                <a:spcPts val="360"/>
              </a:spcBef>
              <a:spcAft>
                <a:spcPts val="0"/>
              </a:spcAft>
              <a:buClr>
                <a:schemeClr val="dk1"/>
              </a:buClr>
              <a:buSzPts val="1018"/>
              <a:buFont typeface="Arial"/>
              <a:buNone/>
            </a:pPr>
            <a:r>
              <a:rPr altLang="en-AU" lang="en-AU" sz="2320">
                <a:latin typeface="Calibri"/>
                <a:ea typeface="Calibri"/>
                <a:cs typeface="Calibri"/>
                <a:sym typeface="Calibri"/>
              </a:rPr>
              <a:t>Working with your peers on your table, write as many words as you can that relates to or explains what history means. </a:t>
            </a:r>
            <a:endParaRPr sz="2320">
              <a:latin typeface="Calibri"/>
              <a:ea typeface="Calibri"/>
              <a:cs typeface="Calibri"/>
              <a:sym typeface="Calibri"/>
            </a:endParaRPr>
          </a:p>
          <a:p>
            <a:pPr algn="l" indent="0" lvl="0" marL="0" marR="0" rtl="0">
              <a:lnSpc>
                <a:spcPct val="80000"/>
              </a:lnSpc>
              <a:spcBef>
                <a:spcPts val="360"/>
              </a:spcBef>
              <a:spcAft>
                <a:spcPts val="0"/>
              </a:spcAft>
              <a:buClr>
                <a:schemeClr val="dk1"/>
              </a:buClr>
              <a:buSzPts val="1018"/>
              <a:buFont typeface="Arial"/>
              <a:buNone/>
            </a:pPr>
            <a:r>
              <a:t/>
            </a:r>
            <a:endParaRPr sz="2320">
              <a:latin typeface="Calibri"/>
              <a:ea typeface="Calibri"/>
              <a:cs typeface="Calibri"/>
              <a:sym typeface="Calibri"/>
            </a:endParaRPr>
          </a:p>
          <a:p>
            <a:pPr algn="l" indent="0" lvl="0" marL="0" marR="0" rtl="0">
              <a:lnSpc>
                <a:spcPct val="80000"/>
              </a:lnSpc>
              <a:spcBef>
                <a:spcPts val="360"/>
              </a:spcBef>
              <a:spcAft>
                <a:spcPts val="0"/>
              </a:spcAft>
              <a:buClr>
                <a:schemeClr val="dk1"/>
              </a:buClr>
              <a:buSzPts val="1018"/>
              <a:buFont typeface="Arial"/>
              <a:buNone/>
            </a:pPr>
            <a:r>
              <a:rPr altLang="en-AU" lang="en-AU" sz="2320">
                <a:latin typeface="Calibri"/>
                <a:ea typeface="Calibri"/>
                <a:cs typeface="Calibri"/>
                <a:sym typeface="Calibri"/>
              </a:rPr>
              <a:t>Draw symbols and pictures too to help depict 'history'. </a:t>
            </a:r>
            <a:endParaRPr sz="2320">
              <a:latin typeface="Calibri"/>
              <a:ea typeface="Calibri"/>
              <a:cs typeface="Calibri"/>
              <a:sym typeface="Calibri"/>
            </a:endParaRPr>
          </a:p>
          <a:p>
            <a:pPr algn="l" indent="0" lvl="0" marL="0" marR="0" rtl="0">
              <a:lnSpc>
                <a:spcPct val="80000"/>
              </a:lnSpc>
              <a:spcBef>
                <a:spcPts val="360"/>
              </a:spcBef>
              <a:spcAft>
                <a:spcPts val="0"/>
              </a:spcAft>
              <a:buClr>
                <a:schemeClr val="dk1"/>
              </a:buClr>
              <a:buSzPts val="1018"/>
              <a:buFont typeface="Arial"/>
              <a:buNone/>
            </a:pPr>
            <a:r>
              <a:t/>
            </a:r>
            <a:endParaRPr sz="2320">
              <a:latin typeface="Calibri"/>
              <a:ea typeface="Calibri"/>
              <a:cs typeface="Calibri"/>
              <a:sym typeface="Calibri"/>
            </a:endParaRPr>
          </a:p>
          <a:p>
            <a:pPr algn="l" indent="0" lvl="0" marL="0" marR="0" rtl="0">
              <a:lnSpc>
                <a:spcPct val="80000"/>
              </a:lnSpc>
              <a:spcBef>
                <a:spcPts val="360"/>
              </a:spcBef>
              <a:spcAft>
                <a:spcPts val="0"/>
              </a:spcAft>
              <a:buClr>
                <a:schemeClr val="dk1"/>
              </a:buClr>
              <a:buSzPts val="1018"/>
              <a:buFont typeface="Arial"/>
              <a:buNone/>
            </a:pPr>
            <a:r>
              <a:rPr altLang="en-AU" lang="en-AU" sz="2320">
                <a:latin typeface="Calibri"/>
                <a:ea typeface="Calibri"/>
                <a:cs typeface="Calibri"/>
                <a:sym typeface="Calibri"/>
              </a:rPr>
              <a:t>We will then share together as a class and create a whole class history mind map using butches paper which will be displayed on the classroom wall. </a:t>
            </a:r>
            <a:endParaRPr sz="2320">
              <a:latin typeface="Calibri"/>
              <a:ea typeface="Calibri"/>
              <a:cs typeface="Calibri"/>
              <a:sym typeface="Calibri"/>
            </a:endParaRPr>
          </a:p>
        </p:txBody>
      </p:sp>
      <p:pic>
        <p:nvPicPr>
          <p:cNvPr id="78" name="Google Shape;78;g102b9fa285c_0_0"/>
          <p:cNvPicPr preferRelativeResize="0"/>
          <p:nvPr/>
        </p:nvPicPr>
        <p:blipFill rotWithShape="1">
          <a:blip r:embed="rId3">
            <a:alphaModFix amt="60000"/>
          </a:blip>
          <a:srcRect b="0" l="14243" r="14788" t="0"/>
          <a:stretch/>
        </p:blipFill>
        <p:spPr>
          <a:xfrm>
            <a:off x="8003350" y="932175"/>
            <a:ext cx="3553675" cy="3338375"/>
          </a:xfrm>
          <a:prstGeom prst="rect">
            <a:avLst/>
          </a:prstGeom>
          <a:noFill/>
          <a:ln>
            <a:noFill/>
          </a:ln>
          <a:effectLst>
            <a:reflection algn="bl" blurRad="0" dir="5400000" dist="38100" endA="0" endPos="30000" fadeDir="5400012" kx="0" ky="0" rotWithShape="0" stA="71000" stPos="0" sy="-100000"/>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g19545aa8c6d_0_55"/>
          <p:cNvSpPr txBox="1"/>
          <p:nvPr>
            <p:ph idx="1" type="body"/>
          </p:nvPr>
        </p:nvSpPr>
        <p:spPr>
          <a:xfrm>
            <a:off x="6415325" y="742750"/>
            <a:ext cx="2400300" cy="5570700"/>
          </a:xfrm>
          <a:prstGeom prst="rect">
            <a:avLst/>
          </a:prstGeom>
          <a:noFill/>
          <a:ln>
            <a:noFill/>
          </a:ln>
        </p:spPr>
        <p:txBody>
          <a:bodyPr anchor="ctr" anchorCtr="0" bIns="45700" lIns="91425" numCol="1" rIns="91425" spcFirstLastPara="1" tIns="45700" wrap="square">
            <a:noAutofit/>
          </a:bodyPr>
          <a:lstStyle/>
          <a:p>
            <a:pPr algn="l" indent="0" lvl="0" marL="0" marR="0" rtl="0">
              <a:lnSpc>
                <a:spcPct val="80000"/>
              </a:lnSpc>
              <a:spcBef>
                <a:spcPts val="360"/>
              </a:spcBef>
              <a:spcAft>
                <a:spcPts val="0"/>
              </a:spcAft>
              <a:buNone/>
            </a:pPr>
            <a:r>
              <a:rPr altLang="en-AU" lang="en-AU" sz="2320">
                <a:solidFill>
                  <a:srgbClr val="A33C00"/>
                </a:solidFill>
                <a:uFill>
                  <a:noFill/>
                </a:uFill>
                <a:latin typeface="Calibri"/>
                <a:ea typeface="Calibri"/>
                <a:cs typeface="Calibri"/>
                <a:sym typeface="Calibri"/>
                <a:hlinkClick r:id="rId3">
                  <a:extLst>
                    <a:ext uri="{A12FA001-AC4F-418D-AE19-62706E023703}">
                      <ahyp:hlinkClr val="tx"/>
                    </a:ext>
                  </a:extLst>
                </a:hlinkClick>
              </a:rPr>
              <a:t>biography</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rPr altLang="en-AU" lang="en-AU" sz="2320">
                <a:solidFill>
                  <a:srgbClr val="A33C00"/>
                </a:solidFill>
                <a:uFill>
                  <a:noFill/>
                </a:uFill>
                <a:latin typeface="Calibri"/>
                <a:ea typeface="Calibri"/>
                <a:cs typeface="Calibri"/>
                <a:sym typeface="Calibri"/>
                <a:hlinkClick r:id="rId4">
                  <a:extLst>
                    <a:ext uri="{A12FA001-AC4F-418D-AE19-62706E023703}">
                      <ahyp:hlinkClr val="tx"/>
                    </a:ext>
                  </a:extLst>
                </a:hlinkClick>
              </a:rPr>
              <a:t>documentation</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rPr altLang="en-AU" lang="en-AU" sz="2320">
                <a:solidFill>
                  <a:srgbClr val="A33C00"/>
                </a:solidFill>
                <a:uFill>
                  <a:noFill/>
                </a:uFill>
                <a:latin typeface="Calibri"/>
                <a:ea typeface="Calibri"/>
                <a:cs typeface="Calibri"/>
                <a:sym typeface="Calibri"/>
                <a:hlinkClick r:id="rId5">
                  <a:extLst>
                    <a:ext uri="{A12FA001-AC4F-418D-AE19-62706E023703}">
                      <ahyp:hlinkClr val="tx"/>
                    </a:ext>
                  </a:extLst>
                </a:hlinkClick>
              </a:rPr>
              <a:t>chronology</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rPr altLang="en-AU" lang="en-AU" sz="2320">
                <a:solidFill>
                  <a:srgbClr val="A33C00"/>
                </a:solidFill>
                <a:uFill>
                  <a:noFill/>
                </a:uFill>
                <a:latin typeface="Calibri"/>
                <a:ea typeface="Calibri"/>
                <a:cs typeface="Calibri"/>
                <a:sym typeface="Calibri"/>
                <a:hlinkClick r:id="rId6">
                  <a:extLst>
                    <a:ext uri="{A12FA001-AC4F-418D-AE19-62706E023703}">
                      <ahyp:hlinkClr val="tx"/>
                    </a:ext>
                  </a:extLst>
                </a:hlinkClick>
              </a:rPr>
              <a:t>journal</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rPr altLang="en-AU" lang="en-AU" sz="2320">
                <a:solidFill>
                  <a:srgbClr val="A33C00"/>
                </a:solidFill>
                <a:uFill>
                  <a:noFill/>
                </a:uFill>
                <a:latin typeface="Calibri"/>
                <a:ea typeface="Calibri"/>
                <a:cs typeface="Calibri"/>
                <a:sym typeface="Calibri"/>
                <a:hlinkClick r:id="rId7">
                  <a:extLst>
                    <a:ext uri="{A12FA001-AC4F-418D-AE19-62706E023703}">
                      <ahyp:hlinkClr val="tx"/>
                    </a:ext>
                  </a:extLst>
                </a:hlinkClick>
              </a:rPr>
              <a:t>life</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rPr altLang="en-AU" lang="en-AU" sz="2320">
                <a:solidFill>
                  <a:srgbClr val="A33C00"/>
                </a:solidFill>
                <a:uFill>
                  <a:noFill/>
                </a:uFill>
                <a:latin typeface="Calibri"/>
                <a:ea typeface="Calibri"/>
                <a:cs typeface="Calibri"/>
                <a:sym typeface="Calibri"/>
                <a:hlinkClick r:id="rId8">
                  <a:extLst>
                    <a:ext uri="{A12FA001-AC4F-418D-AE19-62706E023703}">
                      <ahyp:hlinkClr val="tx"/>
                    </a:ext>
                  </a:extLst>
                </a:hlinkClick>
              </a:rPr>
              <a:t>narrative</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rPr altLang="en-AU" lang="en-AU" sz="2320">
                <a:solidFill>
                  <a:srgbClr val="A33C00"/>
                </a:solidFill>
                <a:uFill>
                  <a:noFill/>
                </a:uFill>
                <a:latin typeface="Calibri"/>
                <a:ea typeface="Calibri"/>
                <a:cs typeface="Calibri"/>
                <a:sym typeface="Calibri"/>
                <a:hlinkClick r:id="rId9">
                  <a:extLst>
                    <a:ext uri="{A12FA001-AC4F-418D-AE19-62706E023703}">
                      <ahyp:hlinkClr val="tx"/>
                    </a:ext>
                  </a:extLst>
                </a:hlinkClick>
              </a:rPr>
              <a:t>diary</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rPr altLang="en-AU" lang="en-AU" sz="2320">
                <a:solidFill>
                  <a:srgbClr val="A33C00"/>
                </a:solidFill>
                <a:uFill>
                  <a:noFill/>
                </a:uFill>
                <a:latin typeface="Calibri"/>
                <a:ea typeface="Calibri"/>
                <a:cs typeface="Calibri"/>
                <a:sym typeface="Calibri"/>
                <a:hlinkClick r:id="rId10">
                  <a:extLst>
                    <a:ext uri="{A12FA001-AC4F-418D-AE19-62706E023703}">
                      <ahyp:hlinkClr val="tx"/>
                    </a:ext>
                  </a:extLst>
                </a:hlinkClick>
              </a:rPr>
              <a:t>memoir</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rPr altLang="en-AU" lang="en-AU" sz="2320">
                <a:solidFill>
                  <a:srgbClr val="A33C00"/>
                </a:solidFill>
                <a:uFill>
                  <a:noFill/>
                </a:uFill>
                <a:latin typeface="Calibri"/>
                <a:ea typeface="Calibri"/>
                <a:cs typeface="Calibri"/>
                <a:sym typeface="Calibri"/>
                <a:hlinkClick r:id="rId11">
                  <a:extLst>
                    <a:ext uri="{A12FA001-AC4F-418D-AE19-62706E023703}">
                      <ahyp:hlinkClr val="tx"/>
                    </a:ext>
                  </a:extLst>
                </a:hlinkClick>
              </a:rPr>
              <a:t>archives</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rPr altLang="en-AU" lang="en-AU" sz="2320">
                <a:solidFill>
                  <a:srgbClr val="A33C00"/>
                </a:solidFill>
                <a:uFill>
                  <a:noFill/>
                </a:uFill>
                <a:latin typeface="Calibri"/>
                <a:ea typeface="Calibri"/>
                <a:cs typeface="Calibri"/>
                <a:sym typeface="Calibri"/>
                <a:hlinkClick r:id="rId12">
                  <a:extLst>
                    <a:ext uri="{A12FA001-AC4F-418D-AE19-62706E023703}">
                      <ahyp:hlinkClr val="tx"/>
                    </a:ext>
                  </a:extLst>
                </a:hlinkClick>
              </a:rPr>
              <a:t>autobiography</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rPr altLang="en-AU" lang="en-AU" sz="2320">
                <a:solidFill>
                  <a:srgbClr val="A33C00"/>
                </a:solidFill>
                <a:latin typeface="Calibri"/>
                <a:ea typeface="Calibri"/>
                <a:cs typeface="Calibri"/>
                <a:sym typeface="Calibri"/>
              </a:rPr>
              <a:t>past</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rPr altLang="en-AU" lang="en-AU" sz="2320">
                <a:solidFill>
                  <a:srgbClr val="A33C00"/>
                </a:solidFill>
                <a:latin typeface="Calibri"/>
                <a:ea typeface="Calibri"/>
                <a:cs typeface="Calibri"/>
                <a:sym typeface="Calibri"/>
              </a:rPr>
              <a:t>artefact</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rPr altLang="en-AU" lang="en-AU" sz="2320">
                <a:solidFill>
                  <a:srgbClr val="A33C00"/>
                </a:solidFill>
                <a:latin typeface="Calibri"/>
                <a:ea typeface="Calibri"/>
                <a:cs typeface="Calibri"/>
                <a:sym typeface="Calibri"/>
              </a:rPr>
              <a:t>anthropology</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rPr altLang="en-AU" lang="en-AU" sz="2320">
                <a:solidFill>
                  <a:srgbClr val="A33C00"/>
                </a:solidFill>
                <a:latin typeface="Calibri"/>
                <a:ea typeface="Calibri"/>
                <a:cs typeface="Calibri"/>
                <a:sym typeface="Calibri"/>
              </a:rPr>
              <a:t>primary sources</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rPr altLang="en-AU" lang="en-AU" sz="2320">
                <a:solidFill>
                  <a:srgbClr val="A33C00"/>
                </a:solidFill>
                <a:latin typeface="Calibri"/>
                <a:ea typeface="Calibri"/>
                <a:cs typeface="Calibri"/>
                <a:sym typeface="Calibri"/>
              </a:rPr>
              <a:t>secondary sources</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rPr altLang="en-AU" lang="en-AU" sz="2320">
                <a:solidFill>
                  <a:srgbClr val="A33C00"/>
                </a:solidFill>
                <a:uFill>
                  <a:noFill/>
                </a:uFill>
                <a:latin typeface="Calibri"/>
                <a:ea typeface="Calibri"/>
                <a:cs typeface="Calibri"/>
                <a:sym typeface="Calibri"/>
                <a:hlinkClick r:id="rId13">
                  <a:extLst>
                    <a:ext uri="{A12FA001-AC4F-418D-AE19-62706E023703}">
                      <ahyp:hlinkClr val="tx"/>
                    </a:ext>
                  </a:extLst>
                </a:hlinkClick>
              </a:rPr>
              <a:t>legend</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rPr altLang="en-AU" lang="en-AU" sz="2320">
                <a:solidFill>
                  <a:srgbClr val="A33C00"/>
                </a:solidFill>
                <a:latin typeface="Calibri"/>
                <a:ea typeface="Calibri"/>
                <a:cs typeface="Calibri"/>
                <a:sym typeface="Calibri"/>
              </a:rPr>
              <a:t>culture</a:t>
            </a:r>
            <a:endParaRPr b="1" sz="1450">
              <a:solidFill>
                <a:srgbClr val="A33C00"/>
              </a:solidFill>
              <a:highlight>
                <a:srgbClr val="FEF0E6"/>
              </a:highlight>
              <a:latin typeface="Arial"/>
              <a:ea typeface="Arial"/>
              <a:cs typeface="Arial"/>
              <a:sym typeface="Arial"/>
            </a:endParaRPr>
          </a:p>
          <a:p>
            <a:pPr algn="l" indent="0" lvl="0" marL="0" marR="0" rtl="0">
              <a:lnSpc>
                <a:spcPct val="80000"/>
              </a:lnSpc>
              <a:spcBef>
                <a:spcPts val="360"/>
              </a:spcBef>
              <a:spcAft>
                <a:spcPts val="0"/>
              </a:spcAft>
              <a:buClr>
                <a:schemeClr val="dk1"/>
              </a:buClr>
              <a:buSzPts val="1018"/>
              <a:buFont typeface="Arial"/>
              <a:buNone/>
            </a:pPr>
            <a:r>
              <a:t/>
            </a:r>
            <a:endParaRPr sz="2320">
              <a:latin typeface="Calibri"/>
              <a:ea typeface="Calibri"/>
              <a:cs typeface="Calibri"/>
              <a:sym typeface="Calibri"/>
            </a:endParaRPr>
          </a:p>
        </p:txBody>
      </p:sp>
      <p:sp>
        <p:nvSpPr>
          <p:cNvPr id="84" name="Google Shape;84;g19545aa8c6d_0_55"/>
          <p:cNvSpPr txBox="1"/>
          <p:nvPr>
            <p:ph idx="1" type="body"/>
          </p:nvPr>
        </p:nvSpPr>
        <p:spPr>
          <a:xfrm>
            <a:off x="591475" y="734275"/>
            <a:ext cx="5448000" cy="5728500"/>
          </a:xfrm>
          <a:prstGeom prst="rect">
            <a:avLst/>
          </a:prstGeom>
          <a:noFill/>
          <a:ln>
            <a:noFill/>
          </a:ln>
        </p:spPr>
        <p:txBody>
          <a:bodyPr anchor="ctr" anchorCtr="0" bIns="45700" lIns="91425" numCol="1" rIns="91425" spcFirstLastPara="1" tIns="45700" wrap="square">
            <a:noAutofit/>
          </a:bodyPr>
          <a:lstStyle/>
          <a:p>
            <a:pPr algn="l" indent="0" lvl="0" marL="0" rtl="0">
              <a:lnSpc>
                <a:spcPct val="80000"/>
              </a:lnSpc>
              <a:spcBef>
                <a:spcPts val="360"/>
              </a:spcBef>
              <a:spcAft>
                <a:spcPts val="0"/>
              </a:spcAft>
              <a:buSzPts val="1018"/>
              <a:buNone/>
            </a:pPr>
            <a:r>
              <a:rPr altLang="en-AU" lang="en-AU" sz="2320">
                <a:latin typeface="Calibri"/>
                <a:ea typeface="Calibri"/>
                <a:cs typeface="Calibri"/>
                <a:sym typeface="Calibri"/>
              </a:rPr>
              <a:t>History is the study of the past. </a:t>
            </a:r>
            <a:endParaRPr sz="2320">
              <a:latin typeface="Calibri"/>
              <a:ea typeface="Calibri"/>
              <a:cs typeface="Calibri"/>
              <a:sym typeface="Calibri"/>
            </a:endParaRPr>
          </a:p>
          <a:p>
            <a:pPr algn="l" indent="0" lvl="0" marL="0" rtl="0">
              <a:lnSpc>
                <a:spcPct val="80000"/>
              </a:lnSpc>
              <a:spcBef>
                <a:spcPts val="360"/>
              </a:spcBef>
              <a:spcAft>
                <a:spcPts val="0"/>
              </a:spcAft>
              <a:buSzPts val="1018"/>
              <a:buNone/>
            </a:pPr>
            <a:r>
              <a:t/>
            </a:r>
            <a:endParaRPr sz="2320">
              <a:latin typeface="Calibri"/>
              <a:ea typeface="Calibri"/>
              <a:cs typeface="Calibri"/>
              <a:sym typeface="Calibri"/>
            </a:endParaRPr>
          </a:p>
          <a:p>
            <a:pPr algn="l" indent="0" lvl="0" marL="0" rtl="0">
              <a:lnSpc>
                <a:spcPct val="80000"/>
              </a:lnSpc>
              <a:spcBef>
                <a:spcPts val="360"/>
              </a:spcBef>
              <a:spcAft>
                <a:spcPts val="0"/>
              </a:spcAft>
              <a:buSzPts val="1018"/>
              <a:buNone/>
            </a:pPr>
            <a:r>
              <a:rPr altLang="en-AU" lang="en-AU" sz="2320">
                <a:latin typeface="Calibri"/>
                <a:ea typeface="Calibri"/>
                <a:cs typeface="Calibri"/>
                <a:sym typeface="Calibri"/>
              </a:rPr>
              <a:t>Historians are interested in all aspects of the past and seek to piece together what happened in that era of time.</a:t>
            </a:r>
            <a:endParaRPr sz="2320">
              <a:latin typeface="Calibri"/>
              <a:ea typeface="Calibri"/>
              <a:cs typeface="Calibri"/>
              <a:sym typeface="Calibri"/>
            </a:endParaRPr>
          </a:p>
          <a:p>
            <a:pPr algn="l" indent="0" lvl="0" marL="0" rtl="0">
              <a:lnSpc>
                <a:spcPct val="80000"/>
              </a:lnSpc>
              <a:spcBef>
                <a:spcPts val="360"/>
              </a:spcBef>
              <a:spcAft>
                <a:spcPts val="0"/>
              </a:spcAft>
              <a:buSzPts val="1018"/>
              <a:buNone/>
            </a:pPr>
            <a:r>
              <a:t/>
            </a:r>
            <a:endParaRPr sz="2320">
              <a:latin typeface="Calibri"/>
              <a:ea typeface="Calibri"/>
              <a:cs typeface="Calibri"/>
              <a:sym typeface="Calibri"/>
            </a:endParaRPr>
          </a:p>
          <a:p>
            <a:pPr algn="l" indent="0" lvl="0" marL="0" rtl="0">
              <a:lnSpc>
                <a:spcPct val="80000"/>
              </a:lnSpc>
              <a:spcBef>
                <a:spcPts val="360"/>
              </a:spcBef>
              <a:spcAft>
                <a:spcPts val="0"/>
              </a:spcAft>
              <a:buClr>
                <a:schemeClr val="dk1"/>
              </a:buClr>
              <a:buSzPts val="1018"/>
              <a:buFont typeface="Arial"/>
              <a:buNone/>
            </a:pPr>
            <a:r>
              <a:rPr altLang="en-AU" lang="en-AU" sz="2320">
                <a:latin typeface="Calibri"/>
                <a:ea typeface="Calibri"/>
                <a:cs typeface="Calibri"/>
                <a:sym typeface="Calibri"/>
              </a:rPr>
              <a:t>Historians are like time detectives, following a process of historical inquiry.</a:t>
            </a:r>
            <a:endParaRPr sz="2320">
              <a:latin typeface="Calibri"/>
              <a:ea typeface="Calibri"/>
              <a:cs typeface="Calibri"/>
              <a:sym typeface="Calibri"/>
            </a:endParaRPr>
          </a:p>
          <a:p>
            <a:pPr algn="l" indent="0" lvl="0" marL="0" rtl="0">
              <a:lnSpc>
                <a:spcPct val="80000"/>
              </a:lnSpc>
              <a:spcBef>
                <a:spcPts val="360"/>
              </a:spcBef>
              <a:spcAft>
                <a:spcPts val="0"/>
              </a:spcAft>
              <a:buClr>
                <a:schemeClr val="dk1"/>
              </a:buClr>
              <a:buSzPts val="1018"/>
              <a:buFont typeface="Arial"/>
              <a:buNone/>
            </a:pPr>
            <a:r>
              <a:t/>
            </a:r>
            <a:endParaRPr sz="2320">
              <a:latin typeface="Calibri"/>
              <a:ea typeface="Calibri"/>
              <a:cs typeface="Calibri"/>
              <a:sym typeface="Calibri"/>
            </a:endParaRPr>
          </a:p>
          <a:p>
            <a:pPr algn="l" indent="0" lvl="0" marL="0" marR="0" rtl="0">
              <a:lnSpc>
                <a:spcPct val="80000"/>
              </a:lnSpc>
              <a:spcBef>
                <a:spcPts val="360"/>
              </a:spcBef>
              <a:spcAft>
                <a:spcPts val="0"/>
              </a:spcAft>
              <a:buClr>
                <a:schemeClr val="dk1"/>
              </a:buClr>
              <a:buSzPts val="1018"/>
              <a:buFont typeface="Arial"/>
              <a:buNone/>
            </a:pPr>
            <a:r>
              <a:rPr altLang="en-AU" lang="en-AU" sz="2320">
                <a:latin typeface="Calibri"/>
                <a:ea typeface="Calibri"/>
                <a:cs typeface="Calibri"/>
                <a:sym typeface="Calibri"/>
              </a:rPr>
              <a:t>They ask questions, form opinions and theories, analyse sources and use evidence to understand history. </a:t>
            </a:r>
            <a:endParaRPr sz="2320">
              <a:latin typeface="Calibri"/>
              <a:ea typeface="Calibri"/>
              <a:cs typeface="Calibri"/>
              <a:sym typeface="Calibri"/>
            </a:endParaRPr>
          </a:p>
          <a:p>
            <a:pPr algn="l" indent="0" lvl="0" marL="0" rtl="0">
              <a:lnSpc>
                <a:spcPct val="80000"/>
              </a:lnSpc>
              <a:spcBef>
                <a:spcPts val="360"/>
              </a:spcBef>
              <a:spcAft>
                <a:spcPts val="0"/>
              </a:spcAft>
              <a:buClr>
                <a:schemeClr val="dk1"/>
              </a:buClr>
              <a:buSzPts val="1018"/>
              <a:buFont typeface="Arial"/>
              <a:buNone/>
            </a:pPr>
            <a:r>
              <a:t/>
            </a:r>
            <a:endParaRPr sz="2320">
              <a:latin typeface="Calibri"/>
              <a:ea typeface="Calibri"/>
              <a:cs typeface="Calibri"/>
              <a:sym typeface="Calibri"/>
            </a:endParaRPr>
          </a:p>
          <a:p>
            <a:pPr algn="l" indent="0" lvl="0" marL="0" rtl="0">
              <a:lnSpc>
                <a:spcPct val="80000"/>
              </a:lnSpc>
              <a:spcBef>
                <a:spcPts val="360"/>
              </a:spcBef>
              <a:spcAft>
                <a:spcPts val="0"/>
              </a:spcAft>
              <a:buClr>
                <a:schemeClr val="dk1"/>
              </a:buClr>
              <a:buSzPts val="1018"/>
              <a:buFont typeface="Arial"/>
              <a:buNone/>
            </a:pPr>
            <a:r>
              <a:rPr altLang="en-AU" lang="en-AU" sz="2320">
                <a:latin typeface="Calibri"/>
                <a:ea typeface="Calibri"/>
                <a:cs typeface="Calibri"/>
                <a:sym typeface="Calibri"/>
              </a:rPr>
              <a:t>History covers all aspects of human society.</a:t>
            </a:r>
            <a:endParaRPr sz="2320">
              <a:latin typeface="Calibri"/>
              <a:ea typeface="Calibri"/>
              <a:cs typeface="Calibri"/>
              <a:sym typeface="Calibri"/>
            </a:endParaRPr>
          </a:p>
          <a:p>
            <a:pPr algn="l" indent="0" lvl="0" marL="0" rtl="0">
              <a:lnSpc>
                <a:spcPct val="80000"/>
              </a:lnSpc>
              <a:spcBef>
                <a:spcPts val="360"/>
              </a:spcBef>
              <a:spcAft>
                <a:spcPts val="0"/>
              </a:spcAft>
              <a:buClr>
                <a:schemeClr val="dk1"/>
              </a:buClr>
              <a:buSzPts val="1018"/>
              <a:buFont typeface="Arial"/>
              <a:buNone/>
            </a:pPr>
            <a:r>
              <a:t/>
            </a:r>
            <a:endParaRPr sz="2320">
              <a:latin typeface="Calibri"/>
              <a:ea typeface="Calibri"/>
              <a:cs typeface="Calibri"/>
              <a:sym typeface="Calibri"/>
            </a:endParaRPr>
          </a:p>
          <a:p>
            <a:pPr algn="l" indent="0" lvl="0" marL="0" marR="0" rtl="0">
              <a:lnSpc>
                <a:spcPct val="80000"/>
              </a:lnSpc>
              <a:spcBef>
                <a:spcPts val="360"/>
              </a:spcBef>
              <a:spcAft>
                <a:spcPts val="0"/>
              </a:spcAft>
              <a:buClr>
                <a:schemeClr val="dk1"/>
              </a:buClr>
              <a:buSzPts val="1018"/>
              <a:buFont typeface="Arial"/>
              <a:buNone/>
            </a:pPr>
            <a:r>
              <a:rPr altLang="en-AU" lang="en-AU" sz="2320">
                <a:latin typeface="Calibri"/>
                <a:ea typeface="Calibri"/>
                <a:cs typeface="Calibri"/>
                <a:sym typeface="Calibri"/>
              </a:rPr>
              <a:t>History studies the human past as it is seen in documents and artefacts left behind.</a:t>
            </a:r>
            <a:endParaRPr sz="2320">
              <a:latin typeface="Calibri"/>
              <a:ea typeface="Calibri"/>
              <a:cs typeface="Calibri"/>
              <a:sym typeface="Calibri"/>
            </a:endParaRPr>
          </a:p>
          <a:p>
            <a:pPr algn="l" indent="0" lvl="0" marL="0" marR="0" rtl="0">
              <a:lnSpc>
                <a:spcPct val="80000"/>
              </a:lnSpc>
              <a:spcBef>
                <a:spcPts val="360"/>
              </a:spcBef>
              <a:spcAft>
                <a:spcPts val="0"/>
              </a:spcAft>
              <a:buClr>
                <a:schemeClr val="dk1"/>
              </a:buClr>
              <a:buSzPts val="1018"/>
              <a:buFont typeface="Arial"/>
              <a:buNone/>
            </a:pPr>
            <a:r>
              <a:t/>
            </a:r>
            <a:endParaRPr sz="2320">
              <a:latin typeface="Calibri"/>
              <a:ea typeface="Calibri"/>
              <a:cs typeface="Calibri"/>
              <a:sym typeface="Calibri"/>
            </a:endParaRPr>
          </a:p>
        </p:txBody>
      </p:sp>
      <p:sp>
        <p:nvSpPr>
          <p:cNvPr id="85" name="Google Shape;85;g19545aa8c6d_0_55"/>
          <p:cNvSpPr txBox="1"/>
          <p:nvPr>
            <p:ph idx="1" type="body"/>
          </p:nvPr>
        </p:nvSpPr>
        <p:spPr>
          <a:xfrm>
            <a:off x="9313750" y="734275"/>
            <a:ext cx="2400300" cy="5570700"/>
          </a:xfrm>
          <a:prstGeom prst="rect">
            <a:avLst/>
          </a:prstGeom>
          <a:noFill/>
          <a:ln>
            <a:noFill/>
          </a:ln>
        </p:spPr>
        <p:txBody>
          <a:bodyPr anchor="ctr" anchorCtr="0" bIns="45700" lIns="91425" numCol="1" rIns="91425" spcFirstLastPara="1" tIns="45700" wrap="square">
            <a:noAutofit/>
          </a:bodyPr>
          <a:lstStyle/>
          <a:p>
            <a:pPr algn="l" indent="0" lvl="0" marL="0" marR="0" rtl="0">
              <a:lnSpc>
                <a:spcPct val="80000"/>
              </a:lnSpc>
              <a:spcBef>
                <a:spcPts val="360"/>
              </a:spcBef>
              <a:spcAft>
                <a:spcPts val="0"/>
              </a:spcAft>
              <a:buNone/>
            </a:pPr>
            <a:r>
              <a:rPr altLang="en-AU" lang="en-AU" sz="2320">
                <a:solidFill>
                  <a:srgbClr val="A33C00"/>
                </a:solidFill>
                <a:latin typeface="Calibri"/>
                <a:ea typeface="Calibri"/>
                <a:cs typeface="Calibri"/>
                <a:sym typeface="Calibri"/>
              </a:rPr>
              <a:t>investigate</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rPr altLang="en-AU" lang="en-AU" sz="2320">
                <a:solidFill>
                  <a:srgbClr val="A33C00"/>
                </a:solidFill>
                <a:latin typeface="Calibri"/>
                <a:ea typeface="Calibri"/>
                <a:cs typeface="Calibri"/>
                <a:sym typeface="Calibri"/>
              </a:rPr>
              <a:t>historians</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rPr altLang="en-AU" lang="en-AU" sz="2320">
                <a:solidFill>
                  <a:srgbClr val="A33C00"/>
                </a:solidFill>
                <a:latin typeface="Calibri"/>
                <a:ea typeface="Calibri"/>
                <a:cs typeface="Calibri"/>
                <a:sym typeface="Calibri"/>
              </a:rPr>
              <a:t>ancient</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rPr altLang="en-AU" lang="en-AU" sz="2320">
                <a:solidFill>
                  <a:srgbClr val="A33C00"/>
                </a:solidFill>
                <a:latin typeface="Calibri"/>
                <a:ea typeface="Calibri"/>
                <a:cs typeface="Calibri"/>
                <a:sym typeface="Calibri"/>
              </a:rPr>
              <a:t>medieval</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rPr altLang="en-AU" lang="en-AU" sz="2320">
                <a:solidFill>
                  <a:srgbClr val="A33C00"/>
                </a:solidFill>
                <a:latin typeface="Calibri"/>
                <a:ea typeface="Calibri"/>
                <a:cs typeface="Calibri"/>
                <a:sym typeface="Calibri"/>
              </a:rPr>
              <a:t>era</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rPr altLang="en-AU" lang="en-AU" sz="2320">
                <a:solidFill>
                  <a:srgbClr val="A33C00"/>
                </a:solidFill>
                <a:latin typeface="Calibri"/>
                <a:ea typeface="Calibri"/>
                <a:cs typeface="Calibri"/>
                <a:sym typeface="Calibri"/>
              </a:rPr>
              <a:t>heritage</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rPr altLang="en-AU" lang="en-AU" sz="2320">
                <a:solidFill>
                  <a:srgbClr val="A33C00"/>
                </a:solidFill>
                <a:latin typeface="Calibri"/>
                <a:ea typeface="Calibri"/>
                <a:cs typeface="Calibri"/>
                <a:sym typeface="Calibri"/>
              </a:rPr>
              <a:t>archaeologist</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rPr altLang="en-AU" lang="en-AU" sz="2320">
                <a:solidFill>
                  <a:srgbClr val="A33C00"/>
                </a:solidFill>
                <a:latin typeface="Calibri"/>
                <a:ea typeface="Calibri"/>
                <a:cs typeface="Calibri"/>
                <a:sym typeface="Calibri"/>
              </a:rPr>
              <a:t>inquiry</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rPr altLang="en-AU" lang="en-AU" sz="2320">
                <a:solidFill>
                  <a:srgbClr val="A33C00"/>
                </a:solidFill>
                <a:latin typeface="Calibri"/>
                <a:ea typeface="Calibri"/>
                <a:cs typeface="Calibri"/>
                <a:sym typeface="Calibri"/>
              </a:rPr>
              <a:t>evidence</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rPr altLang="en-AU" lang="en-AU" sz="2320">
                <a:solidFill>
                  <a:srgbClr val="A33C00"/>
                </a:solidFill>
                <a:latin typeface="Calibri"/>
                <a:ea typeface="Calibri"/>
                <a:cs typeface="Calibri"/>
                <a:sym typeface="Calibri"/>
              </a:rPr>
              <a:t>mysteries</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None/>
            </a:pPr>
            <a:r>
              <a:t/>
            </a:r>
            <a:endParaRPr sz="2320">
              <a:solidFill>
                <a:srgbClr val="A33C00"/>
              </a:solidFill>
              <a:latin typeface="Calibri"/>
              <a:ea typeface="Calibri"/>
              <a:cs typeface="Calibri"/>
              <a:sym typeface="Calibri"/>
            </a:endParaRPr>
          </a:p>
          <a:p>
            <a:pPr algn="l" indent="0" lvl="0" marL="0" marR="0" rtl="0">
              <a:lnSpc>
                <a:spcPct val="80000"/>
              </a:lnSpc>
              <a:spcBef>
                <a:spcPts val="360"/>
              </a:spcBef>
              <a:spcAft>
                <a:spcPts val="0"/>
              </a:spcAft>
              <a:buClr>
                <a:schemeClr val="dk1"/>
              </a:buClr>
              <a:buSzPts val="1018"/>
              <a:buFont typeface="Arial"/>
              <a:buNone/>
            </a:pPr>
            <a:r>
              <a:t/>
            </a:r>
            <a:endParaRPr sz="232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19ee4527f21_0_7"/>
          <p:cNvSpPr txBox="1"/>
          <p:nvPr>
            <p:ph type="title"/>
          </p:nvPr>
        </p:nvSpPr>
        <p:spPr>
          <a:xfrm>
            <a:off x="399475" y="444975"/>
            <a:ext cx="7163700" cy="1604100"/>
          </a:xfrm>
          <a:prstGeom prst="rect">
            <a:avLst/>
          </a:prstGeom>
          <a:noFill/>
          <a:ln>
            <a:noFill/>
          </a:ln>
        </p:spPr>
        <p:txBody>
          <a:bodyPr anchor="b" anchorCtr="0" bIns="45700" lIns="91425" numCol="1" rIns="91425" spcFirstLastPara="1" tIns="45700" wrap="square">
            <a:normAutofit/>
          </a:bodyPr>
          <a:lstStyle/>
          <a:p>
            <a:pPr algn="l" indent="0" lvl="0" marL="0" rtl="0">
              <a:spcBef>
                <a:spcPts val="0"/>
              </a:spcBef>
              <a:spcAft>
                <a:spcPts val="0"/>
              </a:spcAft>
              <a:buSzPts val="1800"/>
              <a:buNone/>
            </a:pPr>
            <a:r>
              <a:rPr altLang="en-AU" lang="en-AU" sz="4500">
                <a:solidFill>
                  <a:srgbClr val="08A84D"/>
                </a:solidFill>
                <a:latin typeface="Calibri"/>
                <a:ea typeface="Calibri"/>
                <a:cs typeface="Calibri"/>
                <a:sym typeface="Calibri"/>
              </a:rPr>
              <a:t>What is the value of studying </a:t>
            </a:r>
            <a:br>
              <a:rPr altLang="en-AU" lang="en-AU" sz="4500">
                <a:solidFill>
                  <a:srgbClr val="08A84D"/>
                </a:solidFill>
                <a:latin typeface="Calibri"/>
                <a:ea typeface="Calibri"/>
                <a:cs typeface="Calibri"/>
                <a:sym typeface="Calibri"/>
              </a:rPr>
            </a:br>
            <a:r>
              <a:rPr altLang="en-AU" lang="en-AU" sz="4500">
                <a:solidFill>
                  <a:srgbClr val="08A84D"/>
                </a:solidFill>
                <a:latin typeface="Calibri"/>
                <a:ea typeface="Calibri"/>
                <a:cs typeface="Calibri"/>
                <a:sym typeface="Calibri"/>
              </a:rPr>
              <a:t>history at school?</a:t>
            </a:r>
            <a:endParaRPr sz="4500">
              <a:solidFill>
                <a:srgbClr val="08A84D"/>
              </a:solidFill>
              <a:latin typeface="Calibri"/>
              <a:ea typeface="Calibri"/>
              <a:cs typeface="Calibri"/>
              <a:sym typeface="Calibri"/>
            </a:endParaRPr>
          </a:p>
        </p:txBody>
      </p:sp>
      <p:sp>
        <p:nvSpPr>
          <p:cNvPr id="91" name="Google Shape;91;g19ee4527f21_0_7"/>
          <p:cNvSpPr txBox="1"/>
          <p:nvPr>
            <p:ph idx="1" type="body"/>
          </p:nvPr>
        </p:nvSpPr>
        <p:spPr>
          <a:xfrm>
            <a:off x="399475" y="2200300"/>
            <a:ext cx="8590200" cy="4161900"/>
          </a:xfrm>
          <a:prstGeom prst="rect">
            <a:avLst/>
          </a:prstGeom>
          <a:noFill/>
          <a:ln>
            <a:noFill/>
          </a:ln>
        </p:spPr>
        <p:txBody>
          <a:bodyPr anchor="ctr" anchorCtr="0" bIns="45700" lIns="91425" numCol="1" rIns="91425" spcFirstLastPara="1" tIns="45700" wrap="square">
            <a:normAutofit/>
          </a:bodyPr>
          <a:lstStyle/>
          <a:p>
            <a:pPr algn="l" indent="0" lvl="0" marL="0" rtl="0">
              <a:lnSpc>
                <a:spcPct val="100000"/>
              </a:lnSpc>
              <a:spcBef>
                <a:spcPts val="360"/>
              </a:spcBef>
              <a:spcAft>
                <a:spcPts val="0"/>
              </a:spcAft>
              <a:buSzPts val="1656"/>
              <a:buNone/>
            </a:pPr>
            <a:r>
              <a:rPr altLang="en-AU" lang="en-AU" sz="2200">
                <a:latin typeface="Calibri"/>
                <a:ea typeface="Calibri"/>
                <a:cs typeface="Calibri"/>
                <a:sym typeface="Calibri"/>
              </a:rPr>
              <a:t>1. Is it important to study History at school? Make a </a:t>
            </a:r>
            <a:r>
              <a:rPr altLang="en-AU" lang="en-AU" sz="2200" u="sng">
                <a:latin typeface="Calibri"/>
                <a:ea typeface="Calibri"/>
                <a:cs typeface="Calibri"/>
                <a:sym typeface="Calibri"/>
              </a:rPr>
              <a:t>claim</a:t>
            </a:r>
            <a:r>
              <a:rPr altLang="en-AU" lang="en-AU" sz="2200">
                <a:latin typeface="Calibri"/>
                <a:ea typeface="Calibri"/>
                <a:cs typeface="Calibri"/>
                <a:sym typeface="Calibri"/>
              </a:rPr>
              <a:t> to answer </a:t>
            </a:r>
            <a:br>
              <a:rPr altLang="en-AU" lang="en-AU" sz="2200">
                <a:latin typeface="Calibri"/>
                <a:ea typeface="Calibri"/>
                <a:cs typeface="Calibri"/>
                <a:sym typeface="Calibri"/>
              </a:rPr>
            </a:br>
            <a:r>
              <a:rPr altLang="en-AU" lang="en-AU" sz="2200">
                <a:latin typeface="Calibri"/>
                <a:ea typeface="Calibri"/>
                <a:cs typeface="Calibri"/>
                <a:sym typeface="Calibri"/>
              </a:rPr>
              <a:t>this. Try: It is (or it is not) important to study history at school.</a:t>
            </a:r>
            <a:endParaRPr sz="2200">
              <a:latin typeface="Calibri"/>
              <a:ea typeface="Calibri"/>
              <a:cs typeface="Calibri"/>
              <a:sym typeface="Calibri"/>
            </a:endParaRPr>
          </a:p>
          <a:p>
            <a:pPr algn="l" indent="0" lvl="0" marL="123444" rtl="0">
              <a:lnSpc>
                <a:spcPct val="100000"/>
              </a:lnSpc>
              <a:spcBef>
                <a:spcPts val="360"/>
              </a:spcBef>
              <a:spcAft>
                <a:spcPts val="0"/>
              </a:spcAft>
              <a:buSzPts val="1656"/>
              <a:buNone/>
            </a:pPr>
            <a:r>
              <a:t/>
            </a:r>
            <a:endParaRPr sz="2200">
              <a:latin typeface="Calibri"/>
              <a:ea typeface="Calibri"/>
              <a:cs typeface="Calibri"/>
              <a:sym typeface="Calibri"/>
            </a:endParaRPr>
          </a:p>
          <a:p>
            <a:pPr algn="l" indent="0" lvl="0" marL="0" rtl="0">
              <a:lnSpc>
                <a:spcPct val="100000"/>
              </a:lnSpc>
              <a:spcBef>
                <a:spcPts val="360"/>
              </a:spcBef>
              <a:spcAft>
                <a:spcPts val="0"/>
              </a:spcAft>
              <a:buSzPts val="1656"/>
              <a:buNone/>
            </a:pPr>
            <a:r>
              <a:rPr altLang="en-AU" lang="en-AU" sz="2200">
                <a:latin typeface="Calibri"/>
                <a:ea typeface="Calibri"/>
                <a:cs typeface="Calibri"/>
                <a:sym typeface="Calibri"/>
              </a:rPr>
              <a:t>2. Identify some </a:t>
            </a:r>
            <a:r>
              <a:rPr altLang="en-AU" lang="en-AU" sz="2200" u="sng">
                <a:latin typeface="Calibri"/>
                <a:ea typeface="Calibri"/>
                <a:cs typeface="Calibri"/>
                <a:sym typeface="Calibri"/>
              </a:rPr>
              <a:t>support</a:t>
            </a:r>
            <a:r>
              <a:rPr altLang="en-AU" lang="en-AU" sz="2200">
                <a:latin typeface="Calibri"/>
                <a:ea typeface="Calibri"/>
                <a:cs typeface="Calibri"/>
                <a:sym typeface="Calibri"/>
              </a:rPr>
              <a:t> for your claim. E.g. examples of reasons why, this could be your enjoyment/ experiences of learning history, the benefits of history, how it is useful for us…</a:t>
            </a:r>
            <a:endParaRPr sz="2200">
              <a:latin typeface="Calibri"/>
              <a:ea typeface="Calibri"/>
              <a:cs typeface="Calibri"/>
              <a:sym typeface="Calibri"/>
            </a:endParaRPr>
          </a:p>
          <a:p>
            <a:pPr algn="l" indent="-228600" lvl="0" marL="457200" rtl="0">
              <a:lnSpc>
                <a:spcPct val="100000"/>
              </a:lnSpc>
              <a:spcBef>
                <a:spcPts val="360"/>
              </a:spcBef>
              <a:spcAft>
                <a:spcPts val="0"/>
              </a:spcAft>
              <a:buSzPts val="1656"/>
              <a:buNone/>
            </a:pPr>
            <a:r>
              <a:t/>
            </a:r>
            <a:endParaRPr sz="2200">
              <a:latin typeface="Calibri"/>
              <a:ea typeface="Calibri"/>
              <a:cs typeface="Calibri"/>
              <a:sym typeface="Calibri"/>
            </a:endParaRPr>
          </a:p>
          <a:p>
            <a:pPr algn="l" indent="0" lvl="0" marL="0" rtl="0">
              <a:lnSpc>
                <a:spcPct val="100000"/>
              </a:lnSpc>
              <a:spcBef>
                <a:spcPts val="360"/>
              </a:spcBef>
              <a:spcAft>
                <a:spcPts val="0"/>
              </a:spcAft>
              <a:buSzPts val="1656"/>
              <a:buNone/>
            </a:pPr>
            <a:r>
              <a:rPr altLang="en-AU" lang="en-AU" sz="2200">
                <a:latin typeface="Calibri"/>
                <a:ea typeface="Calibri"/>
                <a:cs typeface="Calibri"/>
                <a:sym typeface="Calibri"/>
              </a:rPr>
              <a:t>3. Come up with a </a:t>
            </a:r>
            <a:r>
              <a:rPr altLang="en-AU" lang="en-AU" sz="2200" u="sng">
                <a:latin typeface="Calibri"/>
                <a:ea typeface="Calibri"/>
                <a:cs typeface="Calibri"/>
                <a:sym typeface="Calibri"/>
              </a:rPr>
              <a:t>question</a:t>
            </a:r>
            <a:r>
              <a:rPr altLang="en-AU" lang="en-AU" sz="2200">
                <a:latin typeface="Calibri"/>
                <a:ea typeface="Calibri"/>
                <a:cs typeface="Calibri"/>
                <a:sym typeface="Calibri"/>
              </a:rPr>
              <a:t> to add, what maybe isn’t explained or you would like to know to be able to make a stronger claim next time. </a:t>
            </a:r>
            <a:endParaRPr sz="2200">
              <a:latin typeface="Calibri"/>
              <a:ea typeface="Calibri"/>
              <a:cs typeface="Calibri"/>
              <a:sym typeface="Calibri"/>
            </a:endParaRPr>
          </a:p>
          <a:p>
            <a:pPr algn="l" indent="0" lvl="0" marL="0" rtl="0">
              <a:lnSpc>
                <a:spcPct val="100000"/>
              </a:lnSpc>
              <a:spcBef>
                <a:spcPts val="360"/>
              </a:spcBef>
              <a:spcAft>
                <a:spcPts val="0"/>
              </a:spcAft>
              <a:buSzPts val="1656"/>
              <a:buNone/>
            </a:pPr>
            <a:r>
              <a:t/>
            </a:r>
            <a:endParaRPr sz="2200">
              <a:latin typeface="Calibri"/>
              <a:ea typeface="Calibri"/>
              <a:cs typeface="Calibri"/>
              <a:sym typeface="Calibri"/>
            </a:endParaRPr>
          </a:p>
          <a:p>
            <a:pPr algn="l" indent="0" lvl="0" marL="0" rtl="0">
              <a:lnSpc>
                <a:spcPct val="100000"/>
              </a:lnSpc>
              <a:spcBef>
                <a:spcPts val="360"/>
              </a:spcBef>
              <a:spcAft>
                <a:spcPts val="0"/>
              </a:spcAft>
              <a:buSzPts val="1656"/>
              <a:buNone/>
            </a:pPr>
            <a:r>
              <a:rPr altLang="en-AU" lang="en-AU" sz="2200">
                <a:latin typeface="Calibri"/>
                <a:ea typeface="Calibri"/>
                <a:cs typeface="Calibri"/>
                <a:sym typeface="Calibri"/>
              </a:rPr>
              <a:t>Share your Claim, Support, Question with your peers.</a:t>
            </a:r>
            <a:endParaRPr sz="2200">
              <a:latin typeface="Calibri"/>
              <a:ea typeface="Calibri"/>
              <a:cs typeface="Calibri"/>
              <a:sym typeface="Calibri"/>
            </a:endParaRPr>
          </a:p>
        </p:txBody>
      </p:sp>
      <p:pic>
        <p:nvPicPr>
          <p:cNvPr id="92" name="Google Shape;92;g19ee4527f21_0_7"/>
          <p:cNvPicPr preferRelativeResize="0"/>
          <p:nvPr/>
        </p:nvPicPr>
        <p:blipFill>
          <a:blip r:embed="rId3">
            <a:alphaModFix/>
          </a:blip>
          <a:stretch>
            <a:fillRect/>
          </a:stretch>
        </p:blipFill>
        <p:spPr>
          <a:xfrm>
            <a:off x="8311750" y="230125"/>
            <a:ext cx="3574600" cy="2678325"/>
          </a:xfrm>
          <a:prstGeom prst="rect">
            <a:avLst/>
          </a:prstGeom>
          <a:noFill/>
          <a:ln>
            <a:noFill/>
          </a:ln>
        </p:spPr>
      </p:pic>
      <p:sp>
        <p:nvSpPr>
          <p:cNvPr id="93" name="Google Shape;93;g19ee4527f21_0_7"/>
          <p:cNvSpPr/>
          <p:nvPr/>
        </p:nvSpPr>
        <p:spPr>
          <a:xfrm rot="5400000">
            <a:off x="10691875" y="2528375"/>
            <a:ext cx="875700" cy="545400"/>
          </a:xfrm>
          <a:prstGeom prst="rightArrow">
            <a:avLst>
              <a:gd fmla="val 50000" name="adj1"/>
              <a:gd fmla="val 50000" name="adj2"/>
            </a:avLst>
          </a:prstGeom>
          <a:solidFill>
            <a:srgbClr val="212529"/>
          </a:solidFill>
          <a:ln cap="flat" cmpd="sng" w="9525">
            <a:solidFill>
              <a:schemeClr val="dk2"/>
            </a:solidFill>
            <a:prstDash val="solid"/>
            <a:round/>
            <a:headEnd len="sm" type="none" w="sm"/>
            <a:tailEnd len="sm" type="none" w="sm"/>
          </a:ln>
        </p:spPr>
        <p:txBody>
          <a:bodyPr anchor="ctr" anchorCtr="0" bIns="91425" lIns="91425" numCol="1" rIns="91425" spcFirstLastPara="1" tIns="91425" wrap="square">
            <a:noAutofit/>
          </a:bodyPr>
          <a:lstStyle/>
          <a:p>
            <a:pPr algn="l" indent="0" lvl="0" marL="0" rtl="0">
              <a:spcBef>
                <a:spcPts val="0"/>
              </a:spcBef>
              <a:spcAft>
                <a:spcPts val="0"/>
              </a:spcAft>
              <a:buNone/>
            </a:pPr>
            <a:r>
              <a:t/>
            </a:r>
            <a:endParaRPr/>
          </a:p>
        </p:txBody>
      </p:sp>
      <p:sp>
        <p:nvSpPr>
          <p:cNvPr id="94" name="Google Shape;94;g19ee4527f21_0_7"/>
          <p:cNvSpPr txBox="1"/>
          <p:nvPr/>
        </p:nvSpPr>
        <p:spPr>
          <a:xfrm>
            <a:off x="9540050" y="3248275"/>
            <a:ext cx="2270100" cy="1416000"/>
          </a:xfrm>
          <a:prstGeom prst="rect">
            <a:avLst/>
          </a:prstGeom>
          <a:solidFill>
            <a:srgbClr val="00FF12">
              <a:alpha val="50000"/>
            </a:srgbClr>
          </a:solidFill>
          <a:ln>
            <a:noFill/>
          </a:ln>
        </p:spPr>
        <p:txBody>
          <a:bodyPr anchor="t" anchorCtr="0" bIns="91425" lIns="91425" numCol="1" rIns="91425" spcFirstLastPara="1" tIns="91425" wrap="square">
            <a:spAutoFit/>
          </a:bodyPr>
          <a:lstStyle/>
          <a:p>
            <a:pPr algn="l" indent="0" lvl="0" marL="0" rtl="0">
              <a:spcBef>
                <a:spcPts val="0"/>
              </a:spcBef>
              <a:spcAft>
                <a:spcPts val="0"/>
              </a:spcAft>
              <a:buNone/>
            </a:pPr>
            <a:r>
              <a:rPr altLang="en-AU" lang="en-AU" sz="2000">
                <a:latin typeface="Calibri"/>
                <a:ea typeface="Calibri"/>
                <a:cs typeface="Calibri"/>
                <a:sym typeface="Calibri"/>
              </a:rPr>
              <a:t>TIP: use the claim, support, question printed hand out to support you</a:t>
            </a:r>
            <a:endParaRPr sz="1200">
              <a:latin typeface="Calibri"/>
              <a:ea typeface="Calibri"/>
              <a:cs typeface="Calibri"/>
              <a:sym typeface="Calibri"/>
            </a:endParaRPr>
          </a:p>
        </p:txBody>
      </p:sp>
      <p:pic>
        <p:nvPicPr>
          <p:cNvPr id="95" name="Google Shape;95;g19ee4527f21_0_7"/>
          <p:cNvPicPr preferRelativeResize="0"/>
          <p:nvPr/>
        </p:nvPicPr>
        <p:blipFill rotWithShape="1">
          <a:blip r:embed="rId4">
            <a:alphaModFix/>
          </a:blip>
          <a:srcRect b="12983" l="19626" r="16422" t="7658"/>
          <a:stretch/>
        </p:blipFill>
        <p:spPr>
          <a:xfrm>
            <a:off x="8626225" y="4978425"/>
            <a:ext cx="3354624" cy="17419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descr="Why is ancient history worth studying? It is full of incredible stories, mysteries and drama. Here are just some of the reasons to choose to study ancient history at school, college or university.  Want to know more about studying history? Visit https://www.historyskills.com/  Help support History Skills and get ready-to-use digital classroom resources in return: https://www.patreon.com/Historyskills" id="100" name="Google Shape;100;g19ee4527f21_0_18" title="Why Study Ancient History?">
            <a:hlinkClick r:id="rId3"/>
          </p:cNvPr>
          <p:cNvPicPr preferRelativeResize="0"/>
          <p:nvPr/>
        </p:nvPicPr>
        <p:blipFill rotWithShape="1">
          <a:blip r:embed="rId4">
            <a:alphaModFix/>
          </a:blip>
          <a:srcRect b="0" l="0" r="0" t="0"/>
          <a:stretch/>
        </p:blipFill>
        <p:spPr>
          <a:xfrm>
            <a:off x="108887" y="187523"/>
            <a:ext cx="7921944" cy="4828802"/>
          </a:xfrm>
          <a:prstGeom prst="rect">
            <a:avLst/>
          </a:prstGeom>
          <a:noFill/>
          <a:ln>
            <a:noFill/>
          </a:ln>
        </p:spPr>
      </p:pic>
      <p:sp>
        <p:nvSpPr>
          <p:cNvPr id="101" name="Google Shape;101;g19ee4527f21_0_18"/>
          <p:cNvSpPr txBox="1"/>
          <p:nvPr/>
        </p:nvSpPr>
        <p:spPr>
          <a:xfrm>
            <a:off x="9865600" y="1835825"/>
            <a:ext cx="2197800" cy="3909600"/>
          </a:xfrm>
          <a:prstGeom prst="rect">
            <a:avLst/>
          </a:prstGeom>
          <a:solidFill>
            <a:srgbClr val="00FF12">
              <a:alpha val="50000"/>
            </a:srgbClr>
          </a:solidFill>
          <a:ln>
            <a:noFill/>
          </a:ln>
        </p:spPr>
        <p:txBody>
          <a:bodyPr anchor="t" anchorCtr="0" bIns="91425" lIns="91425" numCol="1" rIns="91425" spcFirstLastPara="1" tIns="91425" wrap="square">
            <a:spAutoFit/>
          </a:bodyPr>
          <a:lstStyle/>
          <a:p>
            <a:pPr algn="l" indent="0" lvl="0" marL="0" marR="0" rtl="0">
              <a:lnSpc>
                <a:spcPct val="100000"/>
              </a:lnSpc>
              <a:spcBef>
                <a:spcPts val="0"/>
              </a:spcBef>
              <a:spcAft>
                <a:spcPts val="0"/>
              </a:spcAft>
              <a:buClr>
                <a:srgbClr val="000000"/>
              </a:buClr>
              <a:buSzPts val="2200"/>
              <a:buFont typeface="Arial"/>
              <a:buNone/>
            </a:pPr>
            <a:r>
              <a:rPr altLang="en-AU" b="0" cap="none" i="0" lang="en-AU" strike="noStrike" sz="2200" u="none">
                <a:solidFill>
                  <a:srgbClr val="000000"/>
                </a:solidFill>
                <a:latin typeface="Calibri"/>
                <a:ea typeface="Calibri"/>
                <a:cs typeface="Calibri"/>
                <a:sym typeface="Calibri"/>
              </a:rPr>
              <a:t>After Watching:</a:t>
            </a:r>
            <a:endParaRPr b="0" cap="none" i="0" strike="noStrike" sz="2200" u="none">
              <a:solidFill>
                <a:srgbClr val="000000"/>
              </a:solidFill>
              <a:latin typeface="Calibri"/>
              <a:ea typeface="Calibri"/>
              <a:cs typeface="Calibri"/>
              <a:sym typeface="Calibri"/>
            </a:endParaRPr>
          </a:p>
          <a:p>
            <a:pPr algn="l" indent="0" lvl="0" marL="0" marR="0" rtl="0">
              <a:lnSpc>
                <a:spcPct val="100000"/>
              </a:lnSpc>
              <a:spcBef>
                <a:spcPts val="0"/>
              </a:spcBef>
              <a:spcAft>
                <a:spcPts val="0"/>
              </a:spcAft>
              <a:buClr>
                <a:srgbClr val="000000"/>
              </a:buClr>
              <a:buSzPts val="2200"/>
              <a:buFont typeface="Arial"/>
              <a:buNone/>
            </a:pPr>
            <a:br>
              <a:rPr altLang="en-AU" b="0" cap="none" i="0" lang="en-AU" strike="noStrike" sz="2200" u="none">
                <a:solidFill>
                  <a:srgbClr val="000000"/>
                </a:solidFill>
                <a:latin typeface="Calibri"/>
                <a:ea typeface="Calibri"/>
                <a:cs typeface="Calibri"/>
                <a:sym typeface="Calibri"/>
              </a:rPr>
            </a:br>
            <a:r>
              <a:rPr altLang="en-AU" b="0" cap="none" i="0" lang="en-AU" strike="noStrike" sz="2200" u="none">
                <a:solidFill>
                  <a:srgbClr val="000000"/>
                </a:solidFill>
                <a:latin typeface="Calibri"/>
                <a:ea typeface="Calibri"/>
                <a:cs typeface="Calibri"/>
                <a:sym typeface="Calibri"/>
              </a:rPr>
              <a:t>What words were written in this video that stated what Ancient History may be about?</a:t>
            </a:r>
            <a:endParaRPr b="0" cap="none" i="0" strike="noStrike" sz="2200" u="none">
              <a:solidFill>
                <a:srgbClr val="000000"/>
              </a:solidFill>
              <a:latin typeface="Calibri"/>
              <a:ea typeface="Calibri"/>
              <a:cs typeface="Calibri"/>
              <a:sym typeface="Calibri"/>
            </a:endParaRPr>
          </a:p>
          <a:p>
            <a:pPr algn="l" indent="0" lvl="0" marL="0" marR="0" rtl="0">
              <a:lnSpc>
                <a:spcPct val="100000"/>
              </a:lnSpc>
              <a:spcBef>
                <a:spcPts val="0"/>
              </a:spcBef>
              <a:spcAft>
                <a:spcPts val="0"/>
              </a:spcAft>
              <a:buClr>
                <a:srgbClr val="000000"/>
              </a:buClr>
              <a:buSzPts val="2200"/>
              <a:buFont typeface="Arial"/>
              <a:buNone/>
            </a:pPr>
            <a:r>
              <a:t/>
            </a:r>
            <a:endParaRPr b="0" cap="none" i="0" strike="noStrike" sz="2200" u="none">
              <a:solidFill>
                <a:srgbClr val="000000"/>
              </a:solidFill>
              <a:latin typeface="Calibri"/>
              <a:ea typeface="Calibri"/>
              <a:cs typeface="Calibri"/>
              <a:sym typeface="Calibri"/>
            </a:endParaRPr>
          </a:p>
          <a:p>
            <a:pPr algn="l" indent="0" lvl="0" marL="0" marR="0" rtl="0">
              <a:lnSpc>
                <a:spcPct val="100000"/>
              </a:lnSpc>
              <a:spcBef>
                <a:spcPts val="0"/>
              </a:spcBef>
              <a:spcAft>
                <a:spcPts val="0"/>
              </a:spcAft>
              <a:buClr>
                <a:srgbClr val="000000"/>
              </a:buClr>
              <a:buSzPts val="2200"/>
              <a:buFont typeface="Arial"/>
              <a:buNone/>
            </a:pPr>
            <a:r>
              <a:rPr altLang="en-AU" b="0" cap="none" i="0" lang="en-AU" strike="noStrike" sz="2200" u="none">
                <a:solidFill>
                  <a:srgbClr val="000000"/>
                </a:solidFill>
                <a:latin typeface="Calibri"/>
                <a:ea typeface="Calibri"/>
                <a:cs typeface="Calibri"/>
                <a:sym typeface="Calibri"/>
              </a:rPr>
              <a:t>What images did you see?</a:t>
            </a:r>
            <a:endParaRPr b="0" cap="none" i="0" strike="noStrike" sz="2200" u="none">
              <a:solidFill>
                <a:srgbClr val="000000"/>
              </a:solidFill>
              <a:latin typeface="Calibri"/>
              <a:ea typeface="Calibri"/>
              <a:cs typeface="Calibri"/>
              <a:sym typeface="Calibri"/>
            </a:endParaRPr>
          </a:p>
        </p:txBody>
      </p:sp>
      <p:pic>
        <p:nvPicPr>
          <p:cNvPr id="102" name="Google Shape;102;g19ee4527f21_0_18"/>
          <p:cNvPicPr preferRelativeResize="0"/>
          <p:nvPr/>
        </p:nvPicPr>
        <p:blipFill rotWithShape="1">
          <a:blip r:embed="rId5">
            <a:alphaModFix/>
          </a:blip>
          <a:srcRect b="22718" l="0" r="0" t="18243"/>
          <a:stretch/>
        </p:blipFill>
        <p:spPr>
          <a:xfrm>
            <a:off x="10584250" y="5664625"/>
            <a:ext cx="1479148" cy="800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0"/>
          <p:cNvSpPr txBox="1"/>
          <p:nvPr>
            <p:ph type="title"/>
          </p:nvPr>
        </p:nvSpPr>
        <p:spPr>
          <a:xfrm>
            <a:off x="730700" y="574700"/>
            <a:ext cx="7347900" cy="1034100"/>
          </a:xfrm>
          <a:prstGeom prst="rect">
            <a:avLst/>
          </a:prstGeom>
          <a:noFill/>
          <a:ln>
            <a:noFill/>
          </a:ln>
        </p:spPr>
        <p:txBody>
          <a:bodyPr anchor="b" anchorCtr="0" bIns="45700" lIns="91425" numCol="1" rIns="91425" spcFirstLastPara="1" tIns="45700" wrap="square">
            <a:normAutofit/>
          </a:bodyPr>
          <a:lstStyle/>
          <a:p>
            <a:pPr algn="l" indent="0" lvl="0" marL="0" rtl="0">
              <a:lnSpc>
                <a:spcPct val="100000"/>
              </a:lnSpc>
              <a:spcBef>
                <a:spcPts val="0"/>
              </a:spcBef>
              <a:spcAft>
                <a:spcPts val="0"/>
              </a:spcAft>
              <a:buClr>
                <a:schemeClr val="lt1"/>
              </a:buClr>
              <a:buSzPts val="1800"/>
              <a:buNone/>
            </a:pPr>
            <a:r>
              <a:rPr altLang="en-AU" lang="en-AU" sz="4500">
                <a:solidFill>
                  <a:srgbClr val="08A84D"/>
                </a:solidFill>
                <a:latin typeface="Calibri"/>
                <a:ea typeface="Calibri"/>
                <a:cs typeface="Calibri"/>
                <a:sym typeface="Calibri"/>
              </a:rPr>
              <a:t>Unit Overview</a:t>
            </a:r>
            <a:endParaRPr sz="4500">
              <a:solidFill>
                <a:srgbClr val="08A84D"/>
              </a:solidFill>
              <a:latin typeface="Calibri"/>
              <a:ea typeface="Calibri"/>
              <a:cs typeface="Calibri"/>
              <a:sym typeface="Calibri"/>
            </a:endParaRPr>
          </a:p>
        </p:txBody>
      </p:sp>
      <p:sp>
        <p:nvSpPr>
          <p:cNvPr id="108" name="Google Shape;108;p30"/>
          <p:cNvSpPr txBox="1"/>
          <p:nvPr>
            <p:ph idx="1" type="body"/>
          </p:nvPr>
        </p:nvSpPr>
        <p:spPr>
          <a:xfrm>
            <a:off x="730700" y="1880100"/>
            <a:ext cx="10435800" cy="4350000"/>
          </a:xfrm>
          <a:prstGeom prst="rect">
            <a:avLst/>
          </a:prstGeom>
          <a:noFill/>
          <a:ln>
            <a:noFill/>
          </a:ln>
        </p:spPr>
        <p:txBody>
          <a:bodyPr anchor="ctr" anchorCtr="0" bIns="45700" lIns="91425" numCol="1" rIns="91425" spcFirstLastPara="1" tIns="45700" wrap="square">
            <a:normAutofit/>
          </a:bodyPr>
          <a:lstStyle/>
          <a:p>
            <a:pPr algn="l" indent="0" lvl="0" marL="123444" rtl="0">
              <a:lnSpc>
                <a:spcPct val="70000"/>
              </a:lnSpc>
              <a:spcBef>
                <a:spcPts val="360"/>
              </a:spcBef>
              <a:spcAft>
                <a:spcPts val="0"/>
              </a:spcAft>
              <a:buSzPts val="1790"/>
              <a:buNone/>
            </a:pPr>
            <a:r>
              <a:rPr altLang="en-AU" lang="en-AU" sz="2900">
                <a:latin typeface="Calibri"/>
                <a:ea typeface="Calibri"/>
                <a:cs typeface="Calibri"/>
                <a:sym typeface="Calibri"/>
              </a:rPr>
              <a:t>This term, we will understand how evidence of the ancient past is revealed including the use of human remains to answer mysteries. We will learn how people lived in the ancient world and develop empathy for human story. </a:t>
            </a:r>
            <a:endParaRPr sz="2900">
              <a:latin typeface="Calibri"/>
              <a:ea typeface="Calibri"/>
              <a:cs typeface="Calibri"/>
              <a:sym typeface="Calibri"/>
            </a:endParaRPr>
          </a:p>
          <a:p>
            <a:pPr algn="l" indent="0" lvl="0" marL="123444" rtl="0">
              <a:lnSpc>
                <a:spcPct val="70000"/>
              </a:lnSpc>
              <a:spcBef>
                <a:spcPts val="360"/>
              </a:spcBef>
              <a:spcAft>
                <a:spcPts val="0"/>
              </a:spcAft>
              <a:buSzPts val="1790"/>
              <a:buNone/>
            </a:pPr>
            <a:r>
              <a:t/>
            </a:r>
            <a:endParaRPr sz="2900">
              <a:latin typeface="Calibri"/>
              <a:ea typeface="Calibri"/>
              <a:cs typeface="Calibri"/>
              <a:sym typeface="Calibri"/>
            </a:endParaRPr>
          </a:p>
          <a:p>
            <a:pPr algn="l" indent="0" lvl="0" marL="123444" rtl="0">
              <a:lnSpc>
                <a:spcPct val="70000"/>
              </a:lnSpc>
              <a:spcBef>
                <a:spcPts val="360"/>
              </a:spcBef>
              <a:spcAft>
                <a:spcPts val="0"/>
              </a:spcAft>
              <a:buSzPts val="1790"/>
              <a:buNone/>
            </a:pPr>
            <a:r>
              <a:rPr altLang="en-AU" lang="en-AU" sz="2900">
                <a:latin typeface="Calibri"/>
                <a:ea typeface="Calibri"/>
                <a:cs typeface="Calibri"/>
                <a:sym typeface="Calibri"/>
              </a:rPr>
              <a:t>We know written history is approximately 5,500 years old therefore historians use this to compose understanding of ancient history alongside artefacts, sites and unwritten records which are much much older! </a:t>
            </a:r>
            <a:endParaRPr sz="2900">
              <a:latin typeface="Calibri"/>
              <a:ea typeface="Calibri"/>
              <a:cs typeface="Calibri"/>
              <a:sym typeface="Calibri"/>
            </a:endParaRPr>
          </a:p>
          <a:p>
            <a:pPr algn="l" indent="0" lvl="0" marL="123444" rtl="0">
              <a:lnSpc>
                <a:spcPct val="70000"/>
              </a:lnSpc>
              <a:spcBef>
                <a:spcPts val="360"/>
              </a:spcBef>
              <a:spcAft>
                <a:spcPts val="0"/>
              </a:spcAft>
              <a:buSzPts val="1790"/>
              <a:buNone/>
            </a:pPr>
            <a:r>
              <a:t/>
            </a:r>
            <a:endParaRPr sz="2900">
              <a:latin typeface="Calibri"/>
              <a:ea typeface="Calibri"/>
              <a:cs typeface="Calibri"/>
              <a:sym typeface="Calibri"/>
            </a:endParaRPr>
          </a:p>
          <a:p>
            <a:pPr algn="l" indent="0" lvl="0" marL="123444" rtl="0">
              <a:lnSpc>
                <a:spcPct val="70000"/>
              </a:lnSpc>
              <a:spcBef>
                <a:spcPts val="360"/>
              </a:spcBef>
              <a:spcAft>
                <a:spcPts val="0"/>
              </a:spcAft>
              <a:buSzPts val="1790"/>
              <a:buNone/>
            </a:pPr>
            <a:r>
              <a:rPr altLang="en-AU" lang="en-AU" sz="2900">
                <a:latin typeface="Calibri"/>
                <a:ea typeface="Calibri"/>
                <a:cs typeface="Calibri"/>
                <a:sym typeface="Calibri"/>
              </a:rPr>
              <a:t>This term we will have a focus on ancient remains of people! and how this has allowed us to understand the past. </a:t>
            </a:r>
            <a:endParaRPr sz="2900">
              <a:latin typeface="Calibri"/>
              <a:ea typeface="Calibri"/>
              <a:cs typeface="Calibri"/>
              <a:sym typeface="Calibri"/>
            </a:endParaRPr>
          </a:p>
          <a:p>
            <a:pPr algn="l" indent="0" lvl="0" marL="123444" rtl="0">
              <a:lnSpc>
                <a:spcPct val="70000"/>
              </a:lnSpc>
              <a:spcBef>
                <a:spcPts val="360"/>
              </a:spcBef>
              <a:spcAft>
                <a:spcPts val="0"/>
              </a:spcAft>
              <a:buSzPts val="1790"/>
              <a:buNone/>
            </a:pPr>
            <a:r>
              <a:t/>
            </a:r>
            <a:endParaRPr sz="29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19ee4527f21_0_27"/>
          <p:cNvSpPr txBox="1"/>
          <p:nvPr>
            <p:ph type="title"/>
          </p:nvPr>
        </p:nvSpPr>
        <p:spPr>
          <a:xfrm>
            <a:off x="648075" y="380075"/>
            <a:ext cx="7347900" cy="749400"/>
          </a:xfrm>
          <a:prstGeom prst="rect">
            <a:avLst/>
          </a:prstGeom>
          <a:noFill/>
          <a:ln>
            <a:noFill/>
          </a:ln>
        </p:spPr>
        <p:txBody>
          <a:bodyPr anchor="b" anchorCtr="0" bIns="45700" lIns="91425" numCol="1" rIns="91425" spcFirstLastPara="1" tIns="45700" wrap="square">
            <a:noAutofit/>
          </a:bodyPr>
          <a:lstStyle/>
          <a:p>
            <a:pPr algn="l" indent="0" lvl="0" marL="0" rtl="0">
              <a:lnSpc>
                <a:spcPct val="100000"/>
              </a:lnSpc>
              <a:spcBef>
                <a:spcPts val="0"/>
              </a:spcBef>
              <a:spcAft>
                <a:spcPts val="0"/>
              </a:spcAft>
              <a:buClr>
                <a:schemeClr val="lt1"/>
              </a:buClr>
              <a:buSzPts val="1620"/>
              <a:buNone/>
            </a:pPr>
            <a:r>
              <a:rPr altLang="en-AU" lang="en-AU" sz="4550">
                <a:solidFill>
                  <a:srgbClr val="08A84D"/>
                </a:solidFill>
                <a:latin typeface="Calibri"/>
                <a:ea typeface="Calibri"/>
                <a:cs typeface="Calibri"/>
                <a:sym typeface="Calibri"/>
              </a:rPr>
              <a:t>Words Matter! </a:t>
            </a:r>
            <a:endParaRPr sz="4550">
              <a:solidFill>
                <a:srgbClr val="08A84D"/>
              </a:solidFill>
              <a:latin typeface="Calibri"/>
              <a:ea typeface="Calibri"/>
              <a:cs typeface="Calibri"/>
              <a:sym typeface="Calibri"/>
            </a:endParaRPr>
          </a:p>
        </p:txBody>
      </p:sp>
      <p:sp>
        <p:nvSpPr>
          <p:cNvPr id="114" name="Google Shape;114;g19ee4527f21_0_27"/>
          <p:cNvSpPr txBox="1"/>
          <p:nvPr/>
        </p:nvSpPr>
        <p:spPr>
          <a:xfrm>
            <a:off x="9254175" y="632375"/>
            <a:ext cx="2610900" cy="2555100"/>
          </a:xfrm>
          <a:prstGeom prst="rect">
            <a:avLst/>
          </a:prstGeom>
          <a:solidFill>
            <a:srgbClr val="00FF12">
              <a:alpha val="50000"/>
            </a:srgbClr>
          </a:solidFill>
          <a:ln>
            <a:noFill/>
          </a:ln>
        </p:spPr>
        <p:txBody>
          <a:bodyPr anchor="t" anchorCtr="0" bIns="91425" lIns="91425" numCol="1" rIns="91425" spcFirstLastPara="1" tIns="91425" wrap="square">
            <a:spAutoFit/>
          </a:bodyPr>
          <a:lstStyle/>
          <a:p>
            <a:pPr algn="l" indent="0" lvl="0" marL="0" marR="0" rtl="0">
              <a:lnSpc>
                <a:spcPct val="100000"/>
              </a:lnSpc>
              <a:spcBef>
                <a:spcPts val="0"/>
              </a:spcBef>
              <a:spcAft>
                <a:spcPts val="0"/>
              </a:spcAft>
              <a:buClr>
                <a:srgbClr val="000000"/>
              </a:buClr>
              <a:buSzPts val="2200"/>
              <a:buFont typeface="Arial"/>
              <a:buNone/>
            </a:pPr>
            <a:r>
              <a:rPr altLang="en-AU" lang="en-AU" sz="2200">
                <a:latin typeface="Calibri"/>
                <a:ea typeface="Calibri"/>
                <a:cs typeface="Calibri"/>
                <a:sym typeface="Calibri"/>
              </a:rPr>
              <a:t>TIP: Each unit we </a:t>
            </a:r>
            <a:r>
              <a:rPr altLang="en-AU" lang="en-AU" sz="2200">
                <a:latin typeface="Calibri"/>
                <a:ea typeface="Calibri"/>
                <a:cs typeface="Calibri"/>
                <a:sym typeface="Calibri"/>
              </a:rPr>
              <a:t>will</a:t>
            </a:r>
            <a:r>
              <a:rPr altLang="en-AU" lang="en-AU" sz="2200">
                <a:latin typeface="Calibri"/>
                <a:ea typeface="Calibri"/>
                <a:cs typeface="Calibri"/>
                <a:sym typeface="Calibri"/>
              </a:rPr>
              <a:t> learn new words. These are known as subject-specific </a:t>
            </a:r>
            <a:r>
              <a:rPr altLang="en-AU" lang="en-AU" sz="2200">
                <a:latin typeface="Calibri"/>
                <a:ea typeface="Calibri"/>
                <a:cs typeface="Calibri"/>
                <a:sym typeface="Calibri"/>
              </a:rPr>
              <a:t>vocabulary</a:t>
            </a:r>
            <a:r>
              <a:rPr altLang="en-AU" lang="en-AU" sz="2200">
                <a:latin typeface="Calibri"/>
                <a:ea typeface="Calibri"/>
                <a:cs typeface="Calibri"/>
                <a:sym typeface="Calibri"/>
              </a:rPr>
              <a:t> and helps us understand what we are learning.</a:t>
            </a:r>
            <a:endParaRPr b="0" cap="none" i="0" strike="noStrike" sz="2200" u="none">
              <a:solidFill>
                <a:srgbClr val="000000"/>
              </a:solidFill>
              <a:latin typeface="Calibri"/>
              <a:ea typeface="Calibri"/>
              <a:cs typeface="Calibri"/>
              <a:sym typeface="Calibri"/>
            </a:endParaRPr>
          </a:p>
        </p:txBody>
      </p:sp>
      <p:pic>
        <p:nvPicPr>
          <p:cNvPr id="115" name="Google Shape;115;g19ee4527f21_0_27"/>
          <p:cNvPicPr preferRelativeResize="0"/>
          <p:nvPr/>
        </p:nvPicPr>
        <p:blipFill>
          <a:blip r:embed="rId3">
            <a:alphaModFix/>
          </a:blip>
          <a:stretch>
            <a:fillRect/>
          </a:stretch>
        </p:blipFill>
        <p:spPr>
          <a:xfrm>
            <a:off x="648075" y="2901450"/>
            <a:ext cx="8180826" cy="3626050"/>
          </a:xfrm>
          <a:prstGeom prst="rect">
            <a:avLst/>
          </a:prstGeom>
          <a:noFill/>
          <a:ln>
            <a:noFill/>
          </a:ln>
        </p:spPr>
      </p:pic>
      <p:sp>
        <p:nvSpPr>
          <p:cNvPr id="116" name="Google Shape;116;g19ee4527f21_0_27"/>
          <p:cNvSpPr txBox="1"/>
          <p:nvPr>
            <p:ph idx="1" type="body"/>
          </p:nvPr>
        </p:nvSpPr>
        <p:spPr>
          <a:xfrm>
            <a:off x="460000" y="1097975"/>
            <a:ext cx="8590200" cy="1623900"/>
          </a:xfrm>
          <a:prstGeom prst="rect">
            <a:avLst/>
          </a:prstGeom>
          <a:noFill/>
          <a:ln>
            <a:noFill/>
          </a:ln>
        </p:spPr>
        <p:txBody>
          <a:bodyPr anchor="ctr" anchorCtr="0" bIns="45700" lIns="91425" numCol="1" rIns="91425" spcFirstLastPara="1" tIns="45700" wrap="square">
            <a:normAutofit/>
          </a:bodyPr>
          <a:lstStyle/>
          <a:p>
            <a:pPr algn="l" indent="0" lvl="0" marL="0" rtl="0">
              <a:lnSpc>
                <a:spcPct val="100000"/>
              </a:lnSpc>
              <a:spcBef>
                <a:spcPts val="360"/>
              </a:spcBef>
              <a:spcAft>
                <a:spcPts val="0"/>
              </a:spcAft>
              <a:buSzPts val="1656"/>
              <a:buNone/>
            </a:pPr>
            <a:r>
              <a:rPr altLang="en-AU" lang="en-AU" sz="2200">
                <a:latin typeface="Calibri"/>
                <a:ea typeface="Calibri"/>
                <a:cs typeface="Calibri"/>
                <a:sym typeface="Calibri"/>
              </a:rPr>
              <a:t>Open </a:t>
            </a:r>
            <a:r>
              <a:rPr altLang="en-AU" lang="en-AU" sz="2200" u="sng">
                <a:solidFill>
                  <a:srgbClr val="6D9EEB"/>
                </a:solidFill>
                <a:latin typeface="Calibri"/>
                <a:ea typeface="Calibri"/>
                <a:cs typeface="Calibri"/>
                <a:sym typeface="Calibri"/>
                <a:hlinkClick r:id="rId4">
                  <a:extLst>
                    <a:ext uri="{A12FA001-AC4F-418D-AE19-62706E023703}">
                      <ahyp:hlinkClr val="tx"/>
                    </a:ext>
                  </a:extLst>
                </a:hlinkClick>
              </a:rPr>
              <a:t>2. Words Matter - Investigating the Ancient Past</a:t>
            </a:r>
            <a:r>
              <a:rPr altLang="en-AU" lang="en-AU" sz="2200">
                <a:latin typeface="Calibri"/>
                <a:ea typeface="Calibri"/>
                <a:cs typeface="Calibri"/>
                <a:sym typeface="Calibri"/>
              </a:rPr>
              <a:t> Google Doc. </a:t>
            </a:r>
            <a:endParaRPr sz="2200">
              <a:latin typeface="Calibri"/>
              <a:ea typeface="Calibri"/>
              <a:cs typeface="Calibri"/>
              <a:sym typeface="Calibri"/>
            </a:endParaRPr>
          </a:p>
          <a:p>
            <a:pPr algn="l" indent="0" lvl="0" marL="0" rtl="0">
              <a:lnSpc>
                <a:spcPct val="100000"/>
              </a:lnSpc>
              <a:spcBef>
                <a:spcPts val="360"/>
              </a:spcBef>
              <a:spcAft>
                <a:spcPts val="0"/>
              </a:spcAft>
              <a:buSzPts val="1656"/>
              <a:buNone/>
            </a:pPr>
            <a:r>
              <a:rPr altLang="en-AU" lang="en-AU" sz="2200">
                <a:latin typeface="Calibri"/>
                <a:ea typeface="Calibri"/>
                <a:cs typeface="Calibri"/>
                <a:sym typeface="Calibri"/>
              </a:rPr>
              <a:t>Using the internet, search for the definitions of the below 5 new words. Record their definitions in your own words in your table and find a picture to go with it.</a:t>
            </a:r>
            <a:endParaRPr sz="2200">
              <a:latin typeface="Calibri"/>
              <a:ea typeface="Calibri"/>
              <a:cs typeface="Calibri"/>
              <a:sym typeface="Calibri"/>
            </a:endParaRPr>
          </a:p>
        </p:txBody>
      </p:sp>
      <p:pic>
        <p:nvPicPr>
          <p:cNvPr id="117" name="Google Shape;117;g19ee4527f21_0_27"/>
          <p:cNvPicPr preferRelativeResize="0"/>
          <p:nvPr/>
        </p:nvPicPr>
        <p:blipFill>
          <a:blip r:embed="rId5">
            <a:alphaModFix/>
          </a:blip>
          <a:stretch>
            <a:fillRect/>
          </a:stretch>
        </p:blipFill>
        <p:spPr>
          <a:xfrm>
            <a:off x="9030476" y="3696500"/>
            <a:ext cx="3058298" cy="203595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Reignier template">
  <a:themeElements>
    <a:clrScheme name="Custom 347">
      <a:dk1>
        <a:srgbClr val="413724"/>
      </a:dk1>
      <a:lt1>
        <a:srgbClr val="FFFFFF"/>
      </a:lt1>
      <a:dk2>
        <a:srgbClr val="E5DCCA"/>
      </a:dk2>
      <a:lt2>
        <a:srgbClr val="B0A491"/>
      </a:lt2>
      <a:accent1>
        <a:srgbClr val="FFDF94"/>
      </a:accent1>
      <a:accent2>
        <a:srgbClr val="E0B85D"/>
      </a:accent2>
      <a:accent3>
        <a:srgbClr val="CF9472"/>
      </a:accent3>
      <a:accent4>
        <a:srgbClr val="799B93"/>
      </a:accent4>
      <a:accent5>
        <a:srgbClr val="B4C0CC"/>
      </a:accent5>
      <a:accent6>
        <a:srgbClr val="95AECD"/>
      </a:accent6>
      <a:hlink>
        <a:srgbClr val="7A6744"/>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algn="ctr" cap="flat" cmpd="sng" w="9525">
          <a:solidFill>
            <a:schemeClr val="phClr">
              <a:shade val="95000"/>
              <a:satMod val="105000"/>
            </a:schemeClr>
          </a:solidFill>
          <a:prstDash val="solid"/>
        </a:ln>
        <a:ln algn="ctr" cap="flat" cmpd="sng" w="25400">
          <a:solidFill>
            <a:schemeClr val="phClr"/>
          </a:solidFill>
          <a:prstDash val="solid"/>
        </a:ln>
        <a:ln algn="ctr" cap="flat" cmpd="sng"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b="180000" l="50000" r="50000" t="-80000"/>
          </a:path>
        </a:gradFill>
        <a:gradFill rotWithShape="1">
          <a:gsLst>
            <a:gs pos="0">
              <a:schemeClr val="phClr">
                <a:tint val="80000"/>
                <a:satMod val="300000"/>
              </a:schemeClr>
            </a:gs>
            <a:gs pos="100000">
              <a:schemeClr val="phClr">
                <a:shade val="30000"/>
                <a:satMod val="200000"/>
              </a:schemeClr>
            </a:gs>
          </a:gsLst>
          <a:path path="circle">
            <a:fillToRect b="50000" l="50000" r="50000" t="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algn="ctr" cap="flat" cmpd="sng" w="9525">
          <a:solidFill>
            <a:schemeClr val="phClr">
              <a:shade val="95000"/>
              <a:satMod val="105000"/>
            </a:schemeClr>
          </a:solidFill>
          <a:prstDash val="solid"/>
        </a:ln>
        <a:ln algn="ctr" cap="flat" cmpd="sng" w="25400">
          <a:solidFill>
            <a:schemeClr val="phClr"/>
          </a:solidFill>
          <a:prstDash val="solid"/>
        </a:ln>
        <a:ln algn="ctr" cap="flat" cmpd="sng"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b="180000" l="50000" r="50000" t="-80000"/>
          </a:path>
        </a:gradFill>
        <a:gradFill rotWithShape="1">
          <a:gsLst>
            <a:gs pos="0">
              <a:schemeClr val="phClr">
                <a:tint val="80000"/>
                <a:satMod val="300000"/>
              </a:schemeClr>
            </a:gs>
            <a:gs pos="100000">
              <a:schemeClr val="phClr">
                <a:shade val="30000"/>
                <a:satMod val="200000"/>
              </a:schemeClr>
            </a:gs>
          </a:gsLst>
          <a:path path="circle">
            <a:fillToRect b="50000" l="50000" r="50000" t="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2021-06-15T01:56:02Z</dcterms:created>
  <dc:creator>Glen, Alex (Blackwood High School)</dc:creator>
</cp:coreProperties>
</file>